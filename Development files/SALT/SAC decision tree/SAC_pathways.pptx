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B06D-1978-41B4-9CD2-03CC3CB70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20014-0321-4478-8A30-E72F98596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C9C1-E1B7-476C-A17C-98DAEB24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5E145-9350-4803-B473-69D850A1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B8695-FDE4-467F-84F2-CCD9A0FD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0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CB67-C94B-495A-98B8-A0037286C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DDC9-D634-47E1-9438-78D2F3D8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F2A48-F43F-4B70-A915-EF8606A5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2BEAC-E00C-4382-BD41-1C179B0F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2A0AE-D86F-4FA0-80F8-CD9C7469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5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7070-4178-40D3-98C9-2E272B07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801AE-FD56-4F27-B842-17B8017A6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3B0CC-1991-4AAF-B512-6BCB26CD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E8E2-C4FA-4DF6-B6EA-84241F63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5A71F-EC77-46B6-90E4-E854411F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43CE-5E54-4C36-A2B3-DFA44589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DED8-B643-4E1F-9500-98A7C370D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C956D-5174-4E61-8D7A-FE9173BDE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4CC76-60BF-4CCA-91A4-1635B60B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CDF0B-10D9-479A-85E1-F618F776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15FEF-E5F4-473D-BDB7-9BB74097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6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6E4B-775B-4F75-8A12-71A49780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53B0B-7F56-4D62-A1C4-AE93FEE23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99FF8-8754-4617-B801-F7A329AA0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0F45E-6A06-4D93-8C63-FB8D7534A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0841D-E9B1-4269-B5C9-A9A56D578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56C19-642E-48D8-A0FD-FCC05F63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EC654-BDE7-4E87-9688-257C59843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17F50-1E59-4437-9F21-CAD88221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901E-29A9-4AA2-86E2-BC153290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9F4C-8DEB-473F-B2D4-81A5F8C9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CC15E-6013-442D-A19E-B26C69C3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397D8-6E20-4C38-832C-15B6489E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8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25A99-5938-458D-B2BB-27B283DD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0D7E0-258A-4EA2-AD6F-336FF3C7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202A9-985C-4F9E-8D11-990686E9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7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1341-29C6-4CFF-BB46-81CC5373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055C2-6D1F-4F3C-B3D1-EBC9992F3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2D6EE-46D3-4062-8399-95C085670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F9934-F689-4929-A70F-46CDE78D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70BCE-834B-4FF5-AC17-4FA1A49B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2011A-F383-41CE-A629-ADACDCB8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5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C99F-B610-429D-AFB7-0F0387B4E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A0DB8-7818-41BF-B910-C423FF071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5FE5D-54F6-48DA-B257-B7AE3E748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DB14E-51B3-4354-B5CC-0D279CC4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04F1F-6DC3-4283-BF81-1F35C6D4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E05B0-2856-45EE-9B5D-5175A517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8049-7BCC-4D70-A08F-838DBC8D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63026-3AF9-427B-B481-7620C5925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8F0CB-38D9-452F-B1F5-BF7C0433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E3AF-5811-49E5-B13A-16810E8B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C6E03-47E1-4A36-B72F-F6CF5E5F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DDCBD-274B-43FC-8649-6AA9D8BCE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900E-8BB8-49BD-A14C-ED5320D8F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07710-84F4-401E-9C95-E328DC66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5574-FAD2-4465-B066-49E3063F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5237-7681-4ACA-AE83-AB4323FF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7A2D2-FB32-4D5C-8E5F-E04BF8C5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444CE-52D8-4B63-A8A0-97A6A0AF6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B0451-1F5D-446A-9459-01D317D5D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A387-E3DE-4DFE-A8F8-DF05C3AEE06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543E7-25FE-46BF-BB17-2500FD499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931FB-86D0-478B-A47F-9E975C540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1AF0-A4D5-444D-8F41-5EBC866D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7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967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497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165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813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989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877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841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082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887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879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1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389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099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3077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697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691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38100" y="4543424"/>
            <a:ext cx="12192000" cy="211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4444" y="5355123"/>
            <a:ext cx="1962754" cy="1098963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Integrated catch-at-age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7456712" y="2522429"/>
            <a:ext cx="2775539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10" name="Straight Arrow Connector 9"/>
          <p:cNvCxnSpPr>
            <a:stCxn id="3" idx="2"/>
            <a:endCxn id="8" idx="0"/>
          </p:cNvCxnSpPr>
          <p:nvPr/>
        </p:nvCxnSpPr>
        <p:spPr>
          <a:xfrm>
            <a:off x="6121303" y="1099634"/>
            <a:ext cx="2723179" cy="142279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96264" y="2532013"/>
            <a:ext cx="2984398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Bio. comps?</a:t>
            </a:r>
          </a:p>
        </p:txBody>
      </p:sp>
      <p:cxnSp>
        <p:nvCxnSpPr>
          <p:cNvPr id="20" name="Straight Arrow Connector 19"/>
          <p:cNvCxnSpPr>
            <a:stCxn id="8" idx="4"/>
            <a:endCxn id="25" idx="0"/>
          </p:cNvCxnSpPr>
          <p:nvPr/>
        </p:nvCxnSpPr>
        <p:spPr>
          <a:xfrm>
            <a:off x="8844482" y="3168760"/>
            <a:ext cx="1343916" cy="3716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69970" y="3514496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70895" y="3516254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217727" y="3540430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cxnSp>
        <p:nvCxnSpPr>
          <p:cNvPr id="28" name="Straight Arrow Connector 27"/>
          <p:cNvCxnSpPr>
            <a:stCxn id="8" idx="4"/>
            <a:endCxn id="23" idx="0"/>
          </p:cNvCxnSpPr>
          <p:nvPr/>
        </p:nvCxnSpPr>
        <p:spPr>
          <a:xfrm flipH="1">
            <a:off x="7540641" y="3168760"/>
            <a:ext cx="1303841" cy="345736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4"/>
            <a:endCxn id="45" idx="0"/>
          </p:cNvCxnSpPr>
          <p:nvPr/>
        </p:nvCxnSpPr>
        <p:spPr>
          <a:xfrm>
            <a:off x="3388463" y="3178344"/>
            <a:ext cx="1285913" cy="33444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4"/>
            <a:endCxn id="24" idx="0"/>
          </p:cNvCxnSpPr>
          <p:nvPr/>
        </p:nvCxnSpPr>
        <p:spPr>
          <a:xfrm flipH="1">
            <a:off x="2041566" y="3178344"/>
            <a:ext cx="1346897" cy="337910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5" idx="4"/>
            <a:endCxn id="7" idx="0"/>
          </p:cNvCxnSpPr>
          <p:nvPr/>
        </p:nvCxnSpPr>
        <p:spPr>
          <a:xfrm>
            <a:off x="10188398" y="4186761"/>
            <a:ext cx="887423" cy="116836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703705" y="3512788"/>
            <a:ext cx="1941341" cy="64633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Index?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076" y="4558289"/>
            <a:ext cx="1252181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Length+ catch</a:t>
            </a:r>
          </a:p>
        </p:txBody>
      </p:sp>
      <p:cxnSp>
        <p:nvCxnSpPr>
          <p:cNvPr id="50" name="Straight Arrow Connector 49"/>
          <p:cNvCxnSpPr>
            <a:stCxn id="25" idx="4"/>
            <a:endCxn id="47" idx="0"/>
          </p:cNvCxnSpPr>
          <p:nvPr/>
        </p:nvCxnSpPr>
        <p:spPr>
          <a:xfrm flipH="1">
            <a:off x="9409167" y="4186761"/>
            <a:ext cx="779231" cy="371528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3" idx="4"/>
            <a:endCxn id="97" idx="0"/>
          </p:cNvCxnSpPr>
          <p:nvPr/>
        </p:nvCxnSpPr>
        <p:spPr>
          <a:xfrm>
            <a:off x="7540641" y="4160827"/>
            <a:ext cx="1148481" cy="140147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3" idx="4"/>
            <a:endCxn id="141" idx="0"/>
          </p:cNvCxnSpPr>
          <p:nvPr/>
        </p:nvCxnSpPr>
        <p:spPr>
          <a:xfrm flipH="1">
            <a:off x="7076742" y="4160827"/>
            <a:ext cx="463899" cy="42181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5" idx="4"/>
            <a:endCxn id="165" idx="0"/>
          </p:cNvCxnSpPr>
          <p:nvPr/>
        </p:nvCxnSpPr>
        <p:spPr>
          <a:xfrm>
            <a:off x="4674376" y="4159119"/>
            <a:ext cx="463729" cy="149813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cxnSpLocks/>
            <a:stCxn id="45" idx="4"/>
            <a:endCxn id="168" idx="0"/>
          </p:cNvCxnSpPr>
          <p:nvPr/>
        </p:nvCxnSpPr>
        <p:spPr>
          <a:xfrm flipH="1">
            <a:off x="3774028" y="4159119"/>
            <a:ext cx="900348" cy="566195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4" idx="4"/>
            <a:endCxn id="170" idx="0"/>
          </p:cNvCxnSpPr>
          <p:nvPr/>
        </p:nvCxnSpPr>
        <p:spPr>
          <a:xfrm>
            <a:off x="2041566" y="4162585"/>
            <a:ext cx="133041" cy="148608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4" idx="4"/>
            <a:endCxn id="173" idx="0"/>
          </p:cNvCxnSpPr>
          <p:nvPr/>
        </p:nvCxnSpPr>
        <p:spPr>
          <a:xfrm flipH="1">
            <a:off x="845407" y="4162585"/>
            <a:ext cx="1196159" cy="639311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7823797" y="5562297"/>
            <a:ext cx="1730650" cy="88681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Production models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86362" y="4582642"/>
            <a:ext cx="1380760" cy="77248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Catch-based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3381" y="5657253"/>
            <a:ext cx="1649448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Multiple indicators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20797" y="4725314"/>
            <a:ext cx="1906461" cy="86161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Length/Age-based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66531" y="5648672"/>
            <a:ext cx="1616152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Indicator-based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005" y="4801896"/>
            <a:ext cx="1514803" cy="79683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800" y="36471"/>
            <a:ext cx="5537006" cy="106316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Available removal series OR absolute abundance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7122" y="3052194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2568" y="410560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2929" y="40846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6771" y="4119705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9449" y="30550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4177" y="41311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20271" y="405266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8702" y="302869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072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711" y="407528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4473" y="4076787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929" y="3028293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010" y="1343711"/>
            <a:ext cx="2081004" cy="890973"/>
          </a:xfrm>
          <a:prstGeom prst="roundRect">
            <a:avLst/>
          </a:prstGeom>
          <a:solidFill>
            <a:srgbClr val="7030A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Scale-based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181339" y="1012701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808" y="1031166"/>
            <a:ext cx="6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Yes</a:t>
            </a:r>
          </a:p>
        </p:txBody>
      </p:sp>
      <p:cxnSp>
        <p:nvCxnSpPr>
          <p:cNvPr id="62" name="Straight Arrow Connector 61"/>
          <p:cNvCxnSpPr>
            <a:stCxn id="3" idx="2"/>
            <a:endCxn id="15" idx="0"/>
          </p:cNvCxnSpPr>
          <p:nvPr/>
        </p:nvCxnSpPr>
        <p:spPr>
          <a:xfrm flipH="1">
            <a:off x="3388463" y="1099634"/>
            <a:ext cx="2732840" cy="1432379"/>
          </a:xfrm>
          <a:prstGeom prst="straightConnector1">
            <a:avLst/>
          </a:prstGeom>
          <a:ln w="508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433" y="1349520"/>
            <a:ext cx="2211886" cy="890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Myanmar Text" panose="020B0502040204020203" pitchFamily="34" charset="0"/>
              </a:rPr>
              <a:t>Status-based approaches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LT Std 65 Medium" panose="020B0803020203020204" pitchFamily="34" charset="0"/>
              <a:ea typeface="+mn-ea"/>
              <a:cs typeface="Myanmar Text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" y="63627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Stock assessment continuum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 panose="020B0803020203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26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1020</Words>
  <Application>Microsoft Office PowerPoint</Application>
  <PresentationFormat>Widescreen</PresentationFormat>
  <Paragraphs>544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Avenir LT Std 65 Medium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Jason.Cope</dc:creator>
  <cp:lastModifiedBy>Jason.Cope</cp:lastModifiedBy>
  <cp:revision>3</cp:revision>
  <dcterms:created xsi:type="dcterms:W3CDTF">2026-01-09T17:27:16Z</dcterms:created>
  <dcterms:modified xsi:type="dcterms:W3CDTF">2026-01-09T17:45:25Z</dcterms:modified>
</cp:coreProperties>
</file>