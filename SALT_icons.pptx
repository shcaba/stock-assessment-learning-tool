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78" d="100"/>
          <a:sy n="78" d="100"/>
        </p:scale>
        <p:origin x="77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3CEF5-0B63-E153-2778-CD2AA81D1A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92BF27-3118-9B80-8A10-63D81A49B3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DB256-2B82-ADA9-8822-C2C9BB287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A0AC6-1FC2-46EF-B96C-23ED3DABE56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A67D1-D6FC-A624-431C-FA0B9914D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D734E-E476-B50D-86C5-BB15F496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B770C-CA69-45B5-B085-A9DC95A32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585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B55B5-99E2-DDC2-B1C1-A117BD9F2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3CB90-80DB-2AD8-3465-0484ECE4C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A9963-20C9-4CE8-E689-FABA99589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A0AC6-1FC2-46EF-B96C-23ED3DABE56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DD172-48A9-A4DF-7304-64CDD9601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148D7-B53B-8C6F-23EC-C41661F65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B770C-CA69-45B5-B085-A9DC95A32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375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17422-5B0B-B5EF-9192-41C391B07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BB2979-676F-A389-5F4C-06BACA2BF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B5126-FAD0-08EC-4543-4E48AA029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A0AC6-1FC2-46EF-B96C-23ED3DABE56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13027-F9D8-ABE3-3AEB-85407D5B4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357E3-EE4E-FBE2-6789-F83F6A696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B770C-CA69-45B5-B085-A9DC95A32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06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34FB7-609A-8660-0287-2338D5B1A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E346C-F36F-EDBB-2777-4AF663FC4A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D3DFF3-EB26-4B56-E67B-B9FC02C273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1F1CD8-DFE3-64AA-B15F-49DAFDDFD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A0AC6-1FC2-46EF-B96C-23ED3DABE56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A80066-7472-3759-3BBF-D77A6EDCA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845014-F03C-7E55-4E29-BDFA233A4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B770C-CA69-45B5-B085-A9DC95A32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88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32CD8-518A-FDE6-2CE9-89E52BEB7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67613-22E5-15C1-B91E-89D5B0D21F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DB67B5-E6C6-8093-C232-F6C5FFD220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038F42-4397-887C-C5D8-BE5008BFF8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9B8861-1893-CCA6-15C7-11EFD86220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0598AB-1FD0-C1DB-0A24-676463281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A0AC6-1FC2-46EF-B96C-23ED3DABE56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25528F-FE42-7D29-9699-A0ABBAD34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6C41E6-43B9-889D-044F-0B3397D32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B770C-CA69-45B5-B085-A9DC95A32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842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6FCE6-53D8-C3D4-6D37-7DC007C1D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85A647-34FC-E60D-A834-099A6BA2B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A0AC6-1FC2-46EF-B96C-23ED3DABE56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E8ACD1-CBC0-7D79-4248-D83B38AD3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7C6664-B8E0-EB11-1A8F-86B32185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B770C-CA69-45B5-B085-A9DC95A32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541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38B26D-6FF8-9EDE-3560-7943BDD22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A0AC6-1FC2-46EF-B96C-23ED3DABE56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F90684-194D-6415-FFD4-81EA1B77F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E7E3E-0218-1A55-226D-FFA34A703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B770C-CA69-45B5-B085-A9DC95A32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503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E3120-6844-0AEE-FD0A-CF6983E94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F2BE7-DFB6-4570-333F-1C31FE329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B9D9EA-2AB7-A443-B90F-DB4E806AF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37FD04-0549-F491-1276-1348C933A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A0AC6-1FC2-46EF-B96C-23ED3DABE56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97F91-5807-599A-B3BC-FA4D2B195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36B8CF-35AD-ED81-9B28-2D87A5C1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B770C-CA69-45B5-B085-A9DC95A32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375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593B9-7A12-691F-4277-D9B899DD7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341041-AC3C-BFEA-2290-4F3FFE1778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3352EB-B8DF-3250-4F8F-740BA8719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DEC8DD-4E27-EE41-B507-538450A11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A0AC6-1FC2-46EF-B96C-23ED3DABE56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BDA489-06DC-FCBA-CB4E-E85A34E73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0F16F-2BAB-35B9-F1FD-5129A440B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B770C-CA69-45B5-B085-A9DC95A32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040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B4D29-6ABB-CEDF-14FA-50CE8FB3C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1C0644-29DE-B4DB-752D-DAFA07BE54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4A6A8-627C-040F-01AD-5A570ED16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A0AC6-1FC2-46EF-B96C-23ED3DABE56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89ABA-B3A7-74EB-9D2C-C60807C0E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4B1C6-C39D-4B45-D6E1-5ABAFC57B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B770C-CA69-45B5-B085-A9DC95A32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911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110C2F-8D80-E83C-3E08-8682C9A096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3ABE70-53A4-1BBE-CF76-704F1D242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AB251-E2CE-E485-1618-8EAF770AA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A0AC6-1FC2-46EF-B96C-23ED3DABE56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B4B96-D4C3-8FA4-B196-08A0FC026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E9844-8C17-AF8A-6D76-00A2F6ACD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B770C-CA69-45B5-B085-A9DC95A32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775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94CB3-0C04-5163-63A5-B9BFB839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D6D64-DD5E-B4F9-0978-D3544F3349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9BB316-63F6-5C4D-E5A9-983652FC2E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2A0AC6-1FC2-46EF-B96C-23ED3DABE56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3369F-1835-55FD-A55C-990F0FD041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A8405-5189-14B8-C975-32A123BE57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B770C-CA69-45B5-B085-A9DC95A32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10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>
            <a:extLst>
              <a:ext uri="{FF2B5EF4-FFF2-40B4-BE49-F238E27FC236}">
                <a16:creationId xmlns:a16="http://schemas.microsoft.com/office/drawing/2014/main" id="{474A2543-F66C-5694-A46D-EC19F74621C2}"/>
              </a:ext>
            </a:extLst>
          </p:cNvPr>
          <p:cNvGrpSpPr/>
          <p:nvPr/>
        </p:nvGrpSpPr>
        <p:grpSpPr>
          <a:xfrm>
            <a:off x="65155" y="1662529"/>
            <a:ext cx="12060250" cy="2986696"/>
            <a:chOff x="65155" y="1662529"/>
            <a:chExt cx="12060250" cy="298669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438E673-B931-017E-A7A9-7702DF0913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642" b="18567"/>
            <a:stretch>
              <a:fillRect/>
            </a:stretch>
          </p:blipFill>
          <p:spPr>
            <a:xfrm>
              <a:off x="65155" y="2259454"/>
              <a:ext cx="2788972" cy="2169573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4178EF7-FAE6-F6EE-4384-126B42328B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642" b="18567"/>
            <a:stretch>
              <a:fillRect/>
            </a:stretch>
          </p:blipFill>
          <p:spPr>
            <a:xfrm>
              <a:off x="5250713" y="2990734"/>
              <a:ext cx="1854119" cy="1442341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5C1C030-F795-DA03-4652-04E5C2601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642" b="18567"/>
            <a:stretch>
              <a:fillRect/>
            </a:stretch>
          </p:blipFill>
          <p:spPr>
            <a:xfrm>
              <a:off x="4521464" y="3206884"/>
              <a:ext cx="1854119" cy="1442341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EF7003D3-D5BF-5A2C-123A-2AFA845514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642" b="18567"/>
            <a:stretch>
              <a:fillRect/>
            </a:stretch>
          </p:blipFill>
          <p:spPr>
            <a:xfrm>
              <a:off x="3501325" y="1662529"/>
              <a:ext cx="1854119" cy="1442341"/>
            </a:xfrm>
            <a:prstGeom prst="rect">
              <a:avLst/>
            </a:prstGeom>
          </p:spPr>
        </p:pic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40F14C3-F01B-AB6B-40F4-B290646256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89429" y="2197350"/>
              <a:ext cx="2411982" cy="200139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1060C2-60EB-2078-BCD6-A27EE36808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64903" y="1662529"/>
              <a:ext cx="18915" cy="2924067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A4CEEBB-6B88-4A7D-8DBB-0630B20C8A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37714" y="4586596"/>
              <a:ext cx="4287691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DFFA335-2E41-49A2-5E32-D09109438BFC}"/>
                </a:ext>
              </a:extLst>
            </p:cNvPr>
            <p:cNvSpPr/>
            <p:nvPr/>
          </p:nvSpPr>
          <p:spPr>
            <a:xfrm>
              <a:off x="7876134" y="1905640"/>
              <a:ext cx="4180115" cy="2650992"/>
            </a:xfrm>
            <a:custGeom>
              <a:avLst/>
              <a:gdLst>
                <a:gd name="connsiteX0" fmla="*/ 0 w 4180115"/>
                <a:gd name="connsiteY0" fmla="*/ 2650992 h 2650992"/>
                <a:gd name="connsiteX1" fmla="*/ 1014293 w 4180115"/>
                <a:gd name="connsiteY1" fmla="*/ 0 h 2650992"/>
                <a:gd name="connsiteX2" fmla="*/ 4180115 w 4180115"/>
                <a:gd name="connsiteY2" fmla="*/ 2643308 h 2650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80115" h="2650992">
                  <a:moveTo>
                    <a:pt x="0" y="2650992"/>
                  </a:moveTo>
                  <a:cubicBezTo>
                    <a:pt x="158803" y="1326136"/>
                    <a:pt x="317607" y="1281"/>
                    <a:pt x="1014293" y="0"/>
                  </a:cubicBezTo>
                  <a:cubicBezTo>
                    <a:pt x="1710979" y="-1281"/>
                    <a:pt x="2945547" y="1321013"/>
                    <a:pt x="4180115" y="2643308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43873BA6-0B95-3F22-9B14-D547D6EA1D19}"/>
                </a:ext>
              </a:extLst>
            </p:cNvPr>
            <p:cNvSpPr/>
            <p:nvPr/>
          </p:nvSpPr>
          <p:spPr>
            <a:xfrm>
              <a:off x="7860766" y="1805745"/>
              <a:ext cx="4180115" cy="2766255"/>
            </a:xfrm>
            <a:custGeom>
              <a:avLst/>
              <a:gdLst>
                <a:gd name="connsiteX0" fmla="*/ 0 w 4180115"/>
                <a:gd name="connsiteY0" fmla="*/ 2766255 h 2766255"/>
                <a:gd name="connsiteX1" fmla="*/ 1605963 w 4180115"/>
                <a:gd name="connsiteY1" fmla="*/ 3 h 2766255"/>
                <a:gd name="connsiteX2" fmla="*/ 4180115 w 4180115"/>
                <a:gd name="connsiteY2" fmla="*/ 2750887 h 2766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80115" h="2766255">
                  <a:moveTo>
                    <a:pt x="0" y="2766255"/>
                  </a:moveTo>
                  <a:cubicBezTo>
                    <a:pt x="454638" y="1384409"/>
                    <a:pt x="909277" y="2564"/>
                    <a:pt x="1605963" y="3"/>
                  </a:cubicBezTo>
                  <a:cubicBezTo>
                    <a:pt x="2302649" y="-2558"/>
                    <a:pt x="3241382" y="1374164"/>
                    <a:pt x="4180115" y="2750887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3073F8D7-FAF5-769E-4ECA-ADE1510EAA1C}"/>
                </a:ext>
              </a:extLst>
            </p:cNvPr>
            <p:cNvSpPr/>
            <p:nvPr/>
          </p:nvSpPr>
          <p:spPr>
            <a:xfrm>
              <a:off x="7883818" y="1844165"/>
              <a:ext cx="4180115" cy="2727835"/>
            </a:xfrm>
            <a:custGeom>
              <a:avLst/>
              <a:gdLst>
                <a:gd name="connsiteX0" fmla="*/ 0 w 4180115"/>
                <a:gd name="connsiteY0" fmla="*/ 2727835 h 2727835"/>
                <a:gd name="connsiteX1" fmla="*/ 2528048 w 4180115"/>
                <a:gd name="connsiteY1" fmla="*/ 3 h 2727835"/>
                <a:gd name="connsiteX2" fmla="*/ 4180115 w 4180115"/>
                <a:gd name="connsiteY2" fmla="*/ 2712467 h 2727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80115" h="2727835">
                  <a:moveTo>
                    <a:pt x="0" y="2727835"/>
                  </a:moveTo>
                  <a:cubicBezTo>
                    <a:pt x="915681" y="1365199"/>
                    <a:pt x="1831362" y="2564"/>
                    <a:pt x="2528048" y="3"/>
                  </a:cubicBezTo>
                  <a:cubicBezTo>
                    <a:pt x="3224734" y="-2558"/>
                    <a:pt x="3702424" y="1354954"/>
                    <a:pt x="4180115" y="2712467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0299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D79E8E37-6026-35D7-BEB6-775FCC49536B}"/>
              </a:ext>
            </a:extLst>
          </p:cNvPr>
          <p:cNvGrpSpPr/>
          <p:nvPr/>
        </p:nvGrpSpPr>
        <p:grpSpPr>
          <a:xfrm>
            <a:off x="2251439" y="963281"/>
            <a:ext cx="8029798" cy="5486400"/>
            <a:chOff x="2251439" y="963281"/>
            <a:chExt cx="8029798" cy="54864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8E530B-0FD7-2998-F585-5E984844DF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71717" y="963281"/>
              <a:ext cx="35490" cy="54864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606D38C-2122-A818-5B91-65D8CDE347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51439" y="6449681"/>
              <a:ext cx="8029798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8ABEA49-2329-DF11-9BB4-33B2B5D279AF}"/>
                </a:ext>
              </a:extLst>
            </p:cNvPr>
            <p:cNvSpPr/>
            <p:nvPr/>
          </p:nvSpPr>
          <p:spPr>
            <a:xfrm>
              <a:off x="2323526" y="1419428"/>
              <a:ext cx="7843111" cy="4974032"/>
            </a:xfrm>
            <a:custGeom>
              <a:avLst/>
              <a:gdLst>
                <a:gd name="connsiteX0" fmla="*/ 0 w 4180115"/>
                <a:gd name="connsiteY0" fmla="*/ 2650992 h 2650992"/>
                <a:gd name="connsiteX1" fmla="*/ 1014293 w 4180115"/>
                <a:gd name="connsiteY1" fmla="*/ 0 h 2650992"/>
                <a:gd name="connsiteX2" fmla="*/ 4180115 w 4180115"/>
                <a:gd name="connsiteY2" fmla="*/ 2643308 h 2650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80115" h="2650992">
                  <a:moveTo>
                    <a:pt x="0" y="2650992"/>
                  </a:moveTo>
                  <a:cubicBezTo>
                    <a:pt x="158803" y="1326136"/>
                    <a:pt x="317607" y="1281"/>
                    <a:pt x="1014293" y="0"/>
                  </a:cubicBezTo>
                  <a:cubicBezTo>
                    <a:pt x="1710979" y="-1281"/>
                    <a:pt x="2945547" y="1321013"/>
                    <a:pt x="4180115" y="2643308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12D596D-1DDC-7C5D-84DA-1B9F507F45E5}"/>
                </a:ext>
              </a:extLst>
            </p:cNvPr>
            <p:cNvSpPr/>
            <p:nvPr/>
          </p:nvSpPr>
          <p:spPr>
            <a:xfrm>
              <a:off x="2294691" y="1231996"/>
              <a:ext cx="7843111" cy="5190299"/>
            </a:xfrm>
            <a:custGeom>
              <a:avLst/>
              <a:gdLst>
                <a:gd name="connsiteX0" fmla="*/ 0 w 4180115"/>
                <a:gd name="connsiteY0" fmla="*/ 2766255 h 2766255"/>
                <a:gd name="connsiteX1" fmla="*/ 1605963 w 4180115"/>
                <a:gd name="connsiteY1" fmla="*/ 3 h 2766255"/>
                <a:gd name="connsiteX2" fmla="*/ 4180115 w 4180115"/>
                <a:gd name="connsiteY2" fmla="*/ 2750887 h 2766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80115" h="2766255">
                  <a:moveTo>
                    <a:pt x="0" y="2766255"/>
                  </a:moveTo>
                  <a:cubicBezTo>
                    <a:pt x="454638" y="1384409"/>
                    <a:pt x="909277" y="2564"/>
                    <a:pt x="1605963" y="3"/>
                  </a:cubicBezTo>
                  <a:cubicBezTo>
                    <a:pt x="2302649" y="-2558"/>
                    <a:pt x="3241382" y="1374164"/>
                    <a:pt x="4180115" y="2750887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9393D01-C1B3-F0BC-46E4-CE0238EAB441}"/>
                </a:ext>
              </a:extLst>
            </p:cNvPr>
            <p:cNvSpPr/>
            <p:nvPr/>
          </p:nvSpPr>
          <p:spPr>
            <a:xfrm>
              <a:off x="2337944" y="1304083"/>
              <a:ext cx="7843111" cy="5118212"/>
            </a:xfrm>
            <a:custGeom>
              <a:avLst/>
              <a:gdLst>
                <a:gd name="connsiteX0" fmla="*/ 0 w 4180115"/>
                <a:gd name="connsiteY0" fmla="*/ 2727835 h 2727835"/>
                <a:gd name="connsiteX1" fmla="*/ 2528048 w 4180115"/>
                <a:gd name="connsiteY1" fmla="*/ 3 h 2727835"/>
                <a:gd name="connsiteX2" fmla="*/ 4180115 w 4180115"/>
                <a:gd name="connsiteY2" fmla="*/ 2712467 h 2727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80115" h="2727835">
                  <a:moveTo>
                    <a:pt x="0" y="2727835"/>
                  </a:moveTo>
                  <a:cubicBezTo>
                    <a:pt x="915681" y="1365199"/>
                    <a:pt x="1831362" y="2564"/>
                    <a:pt x="2528048" y="3"/>
                  </a:cubicBezTo>
                  <a:cubicBezTo>
                    <a:pt x="3224734" y="-2558"/>
                    <a:pt x="3702424" y="1354954"/>
                    <a:pt x="4180115" y="2712467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54548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5E66816-F20E-9DC8-70EB-78BE5E0AECC8}"/>
              </a:ext>
            </a:extLst>
          </p:cNvPr>
          <p:cNvGrpSpPr>
            <a:grpSpLocks noChangeAspect="1"/>
          </p:cNvGrpSpPr>
          <p:nvPr/>
        </p:nvGrpSpPr>
        <p:grpSpPr>
          <a:xfrm>
            <a:off x="2773936" y="783771"/>
            <a:ext cx="7013794" cy="5486400"/>
            <a:chOff x="2643308" y="1775012"/>
            <a:chExt cx="4410635" cy="3450131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0DE5688-2678-0CE0-1D79-5057C0FCC16F}"/>
                </a:ext>
              </a:extLst>
            </p:cNvPr>
            <p:cNvCxnSpPr/>
            <p:nvPr/>
          </p:nvCxnSpPr>
          <p:spPr>
            <a:xfrm>
              <a:off x="2643308" y="1775012"/>
              <a:ext cx="0" cy="3450131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C6F8361-424A-58C6-482F-B4976957FD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43308" y="5225143"/>
              <a:ext cx="4410635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0B1A677-43DC-00D4-8E6F-7CAEB27ED1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308" y="2259106"/>
              <a:ext cx="3888121" cy="2966037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8CA9ED1-1C7A-3996-8B8C-7BAC0C22AE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96235" y="3500077"/>
              <a:ext cx="1406178" cy="1725065"/>
            </a:xfrm>
            <a:prstGeom prst="line">
              <a:avLst/>
            </a:prstGeom>
            <a:ln w="38100">
              <a:solidFill>
                <a:srgbClr val="FFC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52735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96B02731-BF72-744A-A8A4-8EE724D479C9}"/>
              </a:ext>
            </a:extLst>
          </p:cNvPr>
          <p:cNvGrpSpPr>
            <a:grpSpLocks noChangeAspect="1"/>
          </p:cNvGrpSpPr>
          <p:nvPr/>
        </p:nvGrpSpPr>
        <p:grpSpPr>
          <a:xfrm>
            <a:off x="522514" y="365760"/>
            <a:ext cx="11026589" cy="6126480"/>
            <a:chOff x="2385894" y="528916"/>
            <a:chExt cx="5814256" cy="56644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040031D-A448-6367-2297-5ABB3C271C9E}"/>
                </a:ext>
              </a:extLst>
            </p:cNvPr>
            <p:cNvSpPr/>
            <p:nvPr/>
          </p:nvSpPr>
          <p:spPr>
            <a:xfrm>
              <a:off x="2388454" y="528918"/>
              <a:ext cx="1169254" cy="566441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7C5F26A-FFB8-4DA6-8B13-3417991845E5}"/>
                </a:ext>
              </a:extLst>
            </p:cNvPr>
            <p:cNvSpPr/>
            <p:nvPr/>
          </p:nvSpPr>
          <p:spPr>
            <a:xfrm>
              <a:off x="3557708" y="528917"/>
              <a:ext cx="1169254" cy="566441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16A86C8-54E1-D827-63EA-E8A379A5C3C5}"/>
                </a:ext>
              </a:extLst>
            </p:cNvPr>
            <p:cNvSpPr/>
            <p:nvPr/>
          </p:nvSpPr>
          <p:spPr>
            <a:xfrm>
              <a:off x="4719278" y="528917"/>
              <a:ext cx="1169254" cy="566441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6E695E7-1DEA-42CC-19EE-8C1B661AEB91}"/>
                </a:ext>
              </a:extLst>
            </p:cNvPr>
            <p:cNvSpPr/>
            <p:nvPr/>
          </p:nvSpPr>
          <p:spPr>
            <a:xfrm>
              <a:off x="5873164" y="528917"/>
              <a:ext cx="1169254" cy="566441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9E1BB4E-3F8C-D16F-A8D0-C8A8A6F34AF1}"/>
                </a:ext>
              </a:extLst>
            </p:cNvPr>
            <p:cNvSpPr/>
            <p:nvPr/>
          </p:nvSpPr>
          <p:spPr>
            <a:xfrm>
              <a:off x="7027050" y="528917"/>
              <a:ext cx="1169254" cy="566441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BD6CF9-CC08-8409-6C3A-8A327B9D5A34}"/>
                </a:ext>
              </a:extLst>
            </p:cNvPr>
            <p:cNvSpPr/>
            <p:nvPr/>
          </p:nvSpPr>
          <p:spPr>
            <a:xfrm rot="16200000">
              <a:off x="4707753" y="-1790383"/>
              <a:ext cx="1169254" cy="5807852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1474124-6DE2-0848-8C83-0643F721DB0D}"/>
                </a:ext>
              </a:extLst>
            </p:cNvPr>
            <p:cNvSpPr/>
            <p:nvPr/>
          </p:nvSpPr>
          <p:spPr>
            <a:xfrm rot="16200000">
              <a:off x="4706473" y="-616011"/>
              <a:ext cx="1169254" cy="5807852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AF081FD-E7E6-9FD3-C8EF-EBA5FE98B816}"/>
                </a:ext>
              </a:extLst>
            </p:cNvPr>
            <p:cNvSpPr/>
            <p:nvPr/>
          </p:nvSpPr>
          <p:spPr>
            <a:xfrm rot="16200000">
              <a:off x="4705193" y="566045"/>
              <a:ext cx="1169254" cy="5807852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C1BE7DC-F81A-0BE2-09AE-4BDBC79D244C}"/>
                </a:ext>
              </a:extLst>
            </p:cNvPr>
            <p:cNvSpPr/>
            <p:nvPr/>
          </p:nvSpPr>
          <p:spPr>
            <a:xfrm rot="16200000">
              <a:off x="4711597" y="1748101"/>
              <a:ext cx="1169254" cy="5807852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F2F882AB-11F7-C161-71B0-666A62F9B4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3330338" y="524085"/>
            <a:ext cx="537883" cy="31784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9630061-8CE5-3348-1DA9-5B13D7DF67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3067168" y="775700"/>
            <a:ext cx="537883" cy="31784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03FE55E-38C1-140D-D26E-F572492EEC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3271352" y="1127165"/>
            <a:ext cx="537883" cy="31784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D5740D7-12F2-54F2-D3C0-7EBB5A8E7B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3672937" y="1258215"/>
            <a:ext cx="537883" cy="31784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AE371B5-1F1E-F017-5A03-066A09DFF6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3501409" y="2154564"/>
            <a:ext cx="537883" cy="31784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E20E3B0-C6D0-C2BA-E1F3-180C2AFCE7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5601878" y="5629663"/>
            <a:ext cx="537883" cy="31784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E2590E3-E887-9E69-ECC8-14E400F247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6114075" y="1292605"/>
            <a:ext cx="537883" cy="31784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11941DE-7AD5-0C46-8EFB-C9E8E33A93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6124026" y="879004"/>
            <a:ext cx="537883" cy="31784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72BC007-8B0B-2012-DD24-C367ED3B61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5556056" y="974765"/>
            <a:ext cx="537883" cy="31784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C41D857-270E-2DEE-F018-CADB24FEE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5683598" y="512678"/>
            <a:ext cx="537883" cy="31784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D4E5219-FB31-8D5A-36D8-C8702B3319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3114821" y="3078269"/>
            <a:ext cx="537883" cy="31784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3EDBAA9-AC2F-A686-0135-77F5C2D848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3607880" y="3310816"/>
            <a:ext cx="537883" cy="31784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2C72FB4-942C-8316-4FAB-4CE199EEC2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4452833" y="4363947"/>
            <a:ext cx="537883" cy="31784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BCD8EE1-78AB-EE52-D70E-437008267E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3936387" y="3851084"/>
            <a:ext cx="537883" cy="31784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DEA6B5A-43BF-4995-8566-2D0A087343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3212471" y="3792516"/>
            <a:ext cx="537883" cy="31784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F75D0C4-2361-F43A-75A8-8033169F00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4262372" y="3464212"/>
            <a:ext cx="537883" cy="31784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F9A38B4-091B-DC0F-1ACD-6FA748841E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4577006" y="3804626"/>
            <a:ext cx="537883" cy="31784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4A75A01-65F2-AB1B-9141-05F0BFEB0C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3286788" y="4413162"/>
            <a:ext cx="537883" cy="31784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63D2466-C37D-2B20-2C4B-6343E98BF2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9511480" y="5820105"/>
            <a:ext cx="537883" cy="31784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E2FD431-B8DF-2220-4CA2-ACC601A6A5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7338144" y="2074360"/>
            <a:ext cx="537883" cy="31784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3ECCCB0C-B760-DF79-8FAA-8913F78769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6754855" y="2385733"/>
            <a:ext cx="537883" cy="31784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C327C65-D5A7-8363-1DB2-9B10DE395C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7254936" y="3240143"/>
            <a:ext cx="537883" cy="31784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62494A7-9811-CF07-A80E-290D06E9AE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7981025" y="1779456"/>
            <a:ext cx="537883" cy="31784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1490F0A9-4A39-70C2-62DB-5CE0B6442A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8359537" y="2293295"/>
            <a:ext cx="537883" cy="31784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D0341A89-6A60-7EBC-A58B-91791DE1D1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8669311" y="2567738"/>
            <a:ext cx="537883" cy="31784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BB91C7E-AA3A-F7F8-526B-465074EFA4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7996410" y="3571775"/>
            <a:ext cx="537883" cy="31784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39E219A0-E217-32F6-CB21-387975A7C7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7363167" y="3763198"/>
            <a:ext cx="537883" cy="31784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08111FAD-ABF3-EDDB-1E2D-2F52A5C6E9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5626764" y="6112587"/>
            <a:ext cx="537883" cy="31784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04915A4-DF68-E2B9-5221-D99CF7A0A8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6114075" y="5871125"/>
            <a:ext cx="537883" cy="31784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DD52046A-E583-B698-AA60-8A462438BF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6759136" y="5802637"/>
            <a:ext cx="537883" cy="31784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E008FA53-0B77-5331-CBE3-4FC20EA363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6104129" y="5559805"/>
            <a:ext cx="537883" cy="31784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DCDA452-E5B8-A2F3-880C-C5B4DFE07E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4904884" y="5871125"/>
            <a:ext cx="537883" cy="31784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DFDC15CC-84B7-39B9-5E7B-D8A3702623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6123301" y="6195129"/>
            <a:ext cx="537883" cy="31784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319FBBB6-7465-039E-B4DD-7B8679C7EB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8359538" y="5553285"/>
            <a:ext cx="537883" cy="31784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9782031-FC5A-F640-C856-E135212F79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8265351" y="5961557"/>
            <a:ext cx="537883" cy="31784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7AF26707-7A4D-60E0-13D2-C4AD574FC8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3484017" y="783341"/>
            <a:ext cx="537883" cy="31784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CAB2C813-9E72-8929-14BE-9B7BBB6AFA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3912359" y="930779"/>
            <a:ext cx="537883" cy="31784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89478ACF-82C8-8EE9-A423-B292B5CD06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3085956" y="2527564"/>
            <a:ext cx="537883" cy="31784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7B41C0E5-E595-C5F7-7A55-C5E0109530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3033381" y="2059714"/>
            <a:ext cx="537883" cy="31784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E89DE51-F2A6-371C-4E6D-4644487315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3590313" y="1762248"/>
            <a:ext cx="537883" cy="31784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42C2EA7A-63EC-91A6-F4EE-775586665E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3061396" y="1610445"/>
            <a:ext cx="537883" cy="31784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6EEEE160-E707-7886-B50E-EA9FA93031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3760280" y="3463216"/>
            <a:ext cx="537883" cy="31784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9A31E0C8-2F6C-69F2-B515-80EF19C210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2929049" y="3461892"/>
            <a:ext cx="537883" cy="31784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F97A056D-59B6-0A12-AA5C-D8782B0146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851135" y="539874"/>
            <a:ext cx="537883" cy="31784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80D7908A-CD13-4E91-A01E-BEBC7F44DB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2050065" y="3646403"/>
            <a:ext cx="537883" cy="31784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5E1D74F6-D59C-E4FA-D57C-845C8CDDEA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3870086" y="4226924"/>
            <a:ext cx="537883" cy="31784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E9F2BA1E-F4BF-7A92-5077-BD361F5C7B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7613398" y="5514949"/>
            <a:ext cx="537883" cy="31784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E5068ABB-5CC1-6E58-905F-FD4317AC74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4007114" y="3071622"/>
            <a:ext cx="537883" cy="317840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EC04C176-0C51-5D0D-FE43-3E4C971286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4827080" y="4530016"/>
            <a:ext cx="537883" cy="317840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B2428C9B-1FC0-C8B7-9C99-242AFDFF91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4172410" y="2462474"/>
            <a:ext cx="537883" cy="31784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AB5715E9-1EB7-2966-2897-5CA27998F9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7320270" y="1692991"/>
            <a:ext cx="537883" cy="317840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9E6E4875-34FE-8E9B-5825-DE177BD5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8623906" y="1928285"/>
            <a:ext cx="537883" cy="317840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50A529B5-E3FD-3640-28BB-1B637B6A1B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7663666" y="2459578"/>
            <a:ext cx="537883" cy="317840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2D0D4E4B-7625-F07A-E7A0-5B25BC6E5F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8384241" y="3259001"/>
            <a:ext cx="537883" cy="31784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964A1D6F-1BDD-5A45-7F12-30D1279D12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8740" r="8204" b="31820"/>
          <a:stretch>
            <a:fillRect/>
          </a:stretch>
        </p:blipFill>
        <p:spPr>
          <a:xfrm>
            <a:off x="7890220" y="3060518"/>
            <a:ext cx="537883" cy="31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904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0056AB4-D151-4B6B-893C-EF871DF79847}"/>
              </a:ext>
            </a:extLst>
          </p:cNvPr>
          <p:cNvCxnSpPr>
            <a:cxnSpLocks/>
          </p:cNvCxnSpPr>
          <p:nvPr/>
        </p:nvCxnSpPr>
        <p:spPr>
          <a:xfrm flipH="1" flipV="1">
            <a:off x="3165987" y="1800225"/>
            <a:ext cx="6009045" cy="2802196"/>
          </a:xfrm>
          <a:prstGeom prst="line">
            <a:avLst/>
          </a:prstGeom>
          <a:ln w="44450">
            <a:solidFill>
              <a:schemeClr val="accent6">
                <a:lumMod val="60000"/>
                <a:lumOff val="40000"/>
              </a:schemeClr>
            </a:solidFill>
            <a:prstDash val="sys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228FB99-1D64-4061-971C-C3DB85B3CD2B}"/>
              </a:ext>
            </a:extLst>
          </p:cNvPr>
          <p:cNvCxnSpPr>
            <a:cxnSpLocks/>
          </p:cNvCxnSpPr>
          <p:nvPr/>
        </p:nvCxnSpPr>
        <p:spPr>
          <a:xfrm flipH="1" flipV="1">
            <a:off x="4188542" y="2645797"/>
            <a:ext cx="4986491" cy="1956626"/>
          </a:xfrm>
          <a:prstGeom prst="line">
            <a:avLst/>
          </a:prstGeom>
          <a:ln w="44450">
            <a:solidFill>
              <a:schemeClr val="accent6">
                <a:lumMod val="60000"/>
                <a:lumOff val="40000"/>
              </a:schemeClr>
            </a:solidFill>
            <a:prstDash val="sys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2D0A006-C730-4331-B8A7-E68445F4A1B4}"/>
              </a:ext>
            </a:extLst>
          </p:cNvPr>
          <p:cNvCxnSpPr>
            <a:cxnSpLocks/>
          </p:cNvCxnSpPr>
          <p:nvPr/>
        </p:nvCxnSpPr>
        <p:spPr>
          <a:xfrm flipH="1" flipV="1">
            <a:off x="5388077" y="3383221"/>
            <a:ext cx="3796790" cy="1219200"/>
          </a:xfrm>
          <a:prstGeom prst="line">
            <a:avLst/>
          </a:prstGeom>
          <a:ln w="44450">
            <a:solidFill>
              <a:schemeClr val="accent6">
                <a:lumMod val="60000"/>
                <a:lumOff val="40000"/>
              </a:schemeClr>
            </a:solidFill>
            <a:prstDash val="sys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23A6548-10CA-4F9E-B5A7-2677D92A4B70}"/>
              </a:ext>
            </a:extLst>
          </p:cNvPr>
          <p:cNvCxnSpPr>
            <a:cxnSpLocks/>
          </p:cNvCxnSpPr>
          <p:nvPr/>
        </p:nvCxnSpPr>
        <p:spPr>
          <a:xfrm flipH="1" flipV="1">
            <a:off x="6420465" y="3938739"/>
            <a:ext cx="2764400" cy="663682"/>
          </a:xfrm>
          <a:prstGeom prst="line">
            <a:avLst/>
          </a:prstGeom>
          <a:ln w="44450">
            <a:solidFill>
              <a:schemeClr val="accent6">
                <a:lumMod val="60000"/>
                <a:lumOff val="40000"/>
              </a:schemeClr>
            </a:solidFill>
            <a:prstDash val="sys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BDF191F-4792-4787-BA2F-DD56D22E007A}"/>
              </a:ext>
            </a:extLst>
          </p:cNvPr>
          <p:cNvCxnSpPr>
            <a:cxnSpLocks/>
          </p:cNvCxnSpPr>
          <p:nvPr/>
        </p:nvCxnSpPr>
        <p:spPr>
          <a:xfrm flipH="1" flipV="1">
            <a:off x="7355297" y="4415605"/>
            <a:ext cx="1829569" cy="186816"/>
          </a:xfrm>
          <a:prstGeom prst="line">
            <a:avLst/>
          </a:prstGeom>
          <a:ln w="44450">
            <a:solidFill>
              <a:schemeClr val="accent6">
                <a:lumMod val="60000"/>
                <a:lumOff val="40000"/>
              </a:schemeClr>
            </a:solidFill>
            <a:prstDash val="sys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4193610-AA01-48D5-8BF7-0A30D3C6EAA1}"/>
              </a:ext>
            </a:extLst>
          </p:cNvPr>
          <p:cNvCxnSpPr>
            <a:cxnSpLocks/>
          </p:cNvCxnSpPr>
          <p:nvPr/>
        </p:nvCxnSpPr>
        <p:spPr>
          <a:xfrm>
            <a:off x="2910348" y="2343080"/>
            <a:ext cx="4376124" cy="2562059"/>
          </a:xfrm>
          <a:prstGeom prst="straightConnector1">
            <a:avLst/>
          </a:prstGeom>
          <a:ln w="1270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17FA0B0-9F58-4693-8BEB-157A520DE404}"/>
              </a:ext>
            </a:extLst>
          </p:cNvPr>
          <p:cNvCxnSpPr>
            <a:cxnSpLocks/>
          </p:cNvCxnSpPr>
          <p:nvPr/>
        </p:nvCxnSpPr>
        <p:spPr>
          <a:xfrm>
            <a:off x="2546555" y="5536487"/>
            <a:ext cx="69120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03708F32-A585-428A-84C4-716D41FFAD7F}"/>
              </a:ext>
            </a:extLst>
          </p:cNvPr>
          <p:cNvSpPr txBox="1"/>
          <p:nvPr/>
        </p:nvSpPr>
        <p:spPr>
          <a:xfrm>
            <a:off x="2546556" y="5536487"/>
            <a:ext cx="69120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Time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14BB64C-7876-484A-BA14-DD8193E775CC}"/>
              </a:ext>
            </a:extLst>
          </p:cNvPr>
          <p:cNvCxnSpPr>
            <a:cxnSpLocks/>
          </p:cNvCxnSpPr>
          <p:nvPr/>
        </p:nvCxnSpPr>
        <p:spPr>
          <a:xfrm flipV="1">
            <a:off x="2551470" y="1071715"/>
            <a:ext cx="0" cy="44598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47686B11-96EA-4337-8C16-E4643F8A6AC8}"/>
              </a:ext>
            </a:extLst>
          </p:cNvPr>
          <p:cNvSpPr txBox="1"/>
          <p:nvPr/>
        </p:nvSpPr>
        <p:spPr>
          <a:xfrm rot="16200000">
            <a:off x="-101242" y="2886144"/>
            <a:ext cx="44598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Size</a:t>
            </a:r>
          </a:p>
        </p:txBody>
      </p:sp>
    </p:spTree>
    <p:extLst>
      <p:ext uri="{BB962C8B-B14F-4D97-AF65-F5344CB8AC3E}">
        <p14:creationId xmlns:p14="http://schemas.microsoft.com/office/powerpoint/2010/main" val="978205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FAE5D3-72ED-4514-910A-1B5473FBC81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17"/>
          <a:stretch/>
        </p:blipFill>
        <p:spPr>
          <a:xfrm>
            <a:off x="1846796" y="1759973"/>
            <a:ext cx="8605490" cy="3814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466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lot object">
            <a:extLst>
              <a:ext uri="{FF2B5EF4-FFF2-40B4-BE49-F238E27FC236}">
                <a16:creationId xmlns:a16="http://schemas.microsoft.com/office/drawing/2014/main" id="{BA82108A-F4F7-4AE3-9A79-E8B61A75A8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56"/>
          <a:stretch/>
        </p:blipFill>
        <p:spPr bwMode="auto">
          <a:xfrm>
            <a:off x="1006427" y="707923"/>
            <a:ext cx="9924923" cy="518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94439D9-F5C9-469B-9F54-CEBA3FEBFC1F}"/>
              </a:ext>
            </a:extLst>
          </p:cNvPr>
          <p:cNvSpPr/>
          <p:nvPr/>
        </p:nvSpPr>
        <p:spPr>
          <a:xfrm>
            <a:off x="2064774" y="883161"/>
            <a:ext cx="8327923" cy="4082129"/>
          </a:xfrm>
          <a:custGeom>
            <a:avLst/>
            <a:gdLst>
              <a:gd name="connsiteX0" fmla="*/ 0 w 8327923"/>
              <a:gd name="connsiteY0" fmla="*/ 3688839 h 4082129"/>
              <a:gd name="connsiteX1" fmla="*/ 560439 w 8327923"/>
              <a:gd name="connsiteY1" fmla="*/ 1860039 h 4082129"/>
              <a:gd name="connsiteX2" fmla="*/ 1396181 w 8327923"/>
              <a:gd name="connsiteY2" fmla="*/ 542516 h 4082129"/>
              <a:gd name="connsiteX3" fmla="*/ 2290916 w 8327923"/>
              <a:gd name="connsiteY3" fmla="*/ 50904 h 4082129"/>
              <a:gd name="connsiteX4" fmla="*/ 3048000 w 8327923"/>
              <a:gd name="connsiteY4" fmla="*/ 41071 h 4082129"/>
              <a:gd name="connsiteX5" fmla="*/ 3844413 w 8327923"/>
              <a:gd name="connsiteY5" fmla="*/ 277045 h 4082129"/>
              <a:gd name="connsiteX6" fmla="*/ 5319252 w 8327923"/>
              <a:gd name="connsiteY6" fmla="*/ 1181613 h 4082129"/>
              <a:gd name="connsiteX7" fmla="*/ 6803923 w 8327923"/>
              <a:gd name="connsiteY7" fmla="*/ 2420478 h 4082129"/>
              <a:gd name="connsiteX8" fmla="*/ 8327923 w 8327923"/>
              <a:gd name="connsiteY8" fmla="*/ 4082129 h 4082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27923" h="4082129">
                <a:moveTo>
                  <a:pt x="0" y="3688839"/>
                </a:moveTo>
                <a:cubicBezTo>
                  <a:pt x="163871" y="3036632"/>
                  <a:pt x="327742" y="2384426"/>
                  <a:pt x="560439" y="1860039"/>
                </a:cubicBezTo>
                <a:cubicBezTo>
                  <a:pt x="793136" y="1335652"/>
                  <a:pt x="1107768" y="844038"/>
                  <a:pt x="1396181" y="542516"/>
                </a:cubicBezTo>
                <a:cubicBezTo>
                  <a:pt x="1684594" y="240993"/>
                  <a:pt x="2015613" y="134478"/>
                  <a:pt x="2290916" y="50904"/>
                </a:cubicBezTo>
                <a:cubicBezTo>
                  <a:pt x="2566219" y="-32670"/>
                  <a:pt x="2789084" y="3381"/>
                  <a:pt x="3048000" y="41071"/>
                </a:cubicBezTo>
                <a:cubicBezTo>
                  <a:pt x="3306916" y="78761"/>
                  <a:pt x="3465871" y="86955"/>
                  <a:pt x="3844413" y="277045"/>
                </a:cubicBezTo>
                <a:cubicBezTo>
                  <a:pt x="4222955" y="467135"/>
                  <a:pt x="4826000" y="824374"/>
                  <a:pt x="5319252" y="1181613"/>
                </a:cubicBezTo>
                <a:cubicBezTo>
                  <a:pt x="5812504" y="1538852"/>
                  <a:pt x="6302478" y="1937059"/>
                  <a:pt x="6803923" y="2420478"/>
                </a:cubicBezTo>
                <a:cubicBezTo>
                  <a:pt x="7305368" y="2903897"/>
                  <a:pt x="7816645" y="3493013"/>
                  <a:pt x="8327923" y="4082129"/>
                </a:cubicBezTo>
              </a:path>
            </a:pathLst>
          </a:custGeom>
          <a:noFill/>
          <a:ln w="1270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7202274-8581-4A4D-A5B0-2A22B2287C1F}"/>
              </a:ext>
            </a:extLst>
          </p:cNvPr>
          <p:cNvSpPr>
            <a:spLocks noChangeAspect="1"/>
          </p:cNvSpPr>
          <p:nvPr/>
        </p:nvSpPr>
        <p:spPr>
          <a:xfrm>
            <a:off x="4552338" y="688261"/>
            <a:ext cx="363037" cy="36576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C048C52-728F-40CB-B616-F65A98AB5A09}"/>
              </a:ext>
            </a:extLst>
          </p:cNvPr>
          <p:cNvSpPr>
            <a:spLocks noChangeAspect="1"/>
          </p:cNvSpPr>
          <p:nvPr/>
        </p:nvSpPr>
        <p:spPr>
          <a:xfrm>
            <a:off x="2993921" y="1538752"/>
            <a:ext cx="363037" cy="36576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77C32EE-00A7-4D26-A48C-1758EE241BE1}"/>
              </a:ext>
            </a:extLst>
          </p:cNvPr>
          <p:cNvSpPr>
            <a:spLocks noChangeAspect="1"/>
          </p:cNvSpPr>
          <p:nvPr/>
        </p:nvSpPr>
        <p:spPr>
          <a:xfrm>
            <a:off x="6725271" y="1543664"/>
            <a:ext cx="363037" cy="36576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130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8368</TotalTime>
  <Words>2</Words>
  <Application>Microsoft Office PowerPoint</Application>
  <PresentationFormat>Widescreen</PresentationFormat>
  <Paragraphs>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Jason Cope</dc:creator>
  <cp:lastModifiedBy>Jason.Cope</cp:lastModifiedBy>
  <cp:revision>16</cp:revision>
  <dcterms:created xsi:type="dcterms:W3CDTF">2025-10-08T23:32:54Z</dcterms:created>
  <dcterms:modified xsi:type="dcterms:W3CDTF">2025-12-10T23:38:30Z</dcterms:modified>
</cp:coreProperties>
</file>