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93" autoAdjust="0"/>
    <p:restoredTop sz="94660"/>
  </p:normalViewPr>
  <p:slideViewPr>
    <p:cSldViewPr snapToGrid="0">
      <p:cViewPr varScale="1">
        <p:scale>
          <a:sx n="62" d="100"/>
          <a:sy n="62" d="100"/>
        </p:scale>
        <p:origin x="39" y="4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3CEF5-0B63-E153-2778-CD2AA81D1A4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892BF27-3118-9B80-8A10-63D81A49B3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0DB256-2B82-ADA9-8822-C2C9BB287A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2A0AC6-1FC2-46EF-B96C-23ED3DABE568}" type="datetimeFigureOut">
              <a:rPr lang="en-US" smtClean="0"/>
              <a:t>10/8/2025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EA67D1-D6FC-A624-431C-FA0B9914DA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0D734E-E476-B50D-86C5-BB15F4966B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B770C-CA69-45B5-B085-A9DC95A323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05856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7B55B5-99E2-DDC2-B1C1-A117BD9F2B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83CB90-80DB-2AD8-3465-0484ECE4C0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CA9963-20C9-4CE8-E689-FABA995895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2A0AC6-1FC2-46EF-B96C-23ED3DABE568}" type="datetimeFigureOut">
              <a:rPr lang="en-US" smtClean="0"/>
              <a:t>10/8/2025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0DD172-48A9-A4DF-7304-64CDD9601F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1148D7-B53B-8C6F-23EC-C41661F657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B770C-CA69-45B5-B085-A9DC95A323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83757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617422-5B0B-B5EF-9192-41C391B07E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BB2979-676F-A389-5F4C-06BACA2BF6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2B5126-FAD0-08EC-4543-4E48AA0292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2A0AC6-1FC2-46EF-B96C-23ED3DABE568}" type="datetimeFigureOut">
              <a:rPr lang="en-US" smtClean="0"/>
              <a:t>10/8/2025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E13027-F9D8-ABE3-3AEB-85407D5B4F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4357E3-EE4E-FBE2-6789-F83F6A6969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B770C-CA69-45B5-B085-A9DC95A323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55065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734FB7-609A-8660-0287-2338D5B1AB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9E346C-F36F-EDBB-2777-4AF663FC4A7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4D3DFF3-EB26-4B56-E67B-B9FC02C2738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E1F1CD8-DFE3-64AA-B15F-49DAFDDFD0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2A0AC6-1FC2-46EF-B96C-23ED3DABE568}" type="datetimeFigureOut">
              <a:rPr lang="en-US" smtClean="0"/>
              <a:t>10/8/2025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1A80066-7472-3759-3BBF-D77A6EDCAC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D845014-F03C-7E55-4E29-BDFA233A4C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B770C-CA69-45B5-B085-A9DC95A323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4882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A32CD8-518A-FDE6-2CE9-89E52BEB73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C67613-22E5-15C1-B91E-89D5B0D21F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4DB67B5-E6C6-8093-C232-F6C5FFD220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5038F42-4397-887C-C5D8-BE5008BFF81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89B8861-1893-CCA6-15C7-11EFD862200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E0598AB-1FD0-C1DB-0A24-676463281C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2A0AC6-1FC2-46EF-B96C-23ED3DABE568}" type="datetimeFigureOut">
              <a:rPr lang="en-US" smtClean="0"/>
              <a:t>10/8/2025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D25528F-FE42-7D29-9699-A0ABBAD34D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76C41E6-43B9-889D-044F-0B3397D328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B770C-CA69-45B5-B085-A9DC95A323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58422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C6FCE6-53D8-C3D4-6D37-7DC007C1DE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685A647-34FC-E60D-A834-099A6BA2B3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2A0AC6-1FC2-46EF-B96C-23ED3DABE568}" type="datetimeFigureOut">
              <a:rPr lang="en-US" smtClean="0"/>
              <a:t>10/8/2025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E8ACD1-CBC0-7D79-4248-D83B38AD39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27C6664-B8E0-EB11-1A8F-86B3218554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B770C-CA69-45B5-B085-A9DC95A323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35418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038B26D-6FF8-9EDE-3560-7943BDD226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2A0AC6-1FC2-46EF-B96C-23ED3DABE568}" type="datetimeFigureOut">
              <a:rPr lang="en-US" smtClean="0"/>
              <a:t>10/8/2025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EF90684-194D-6415-FFD4-81EA1B77FE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8E7E3E-0218-1A55-226D-FFA34A7030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B770C-CA69-45B5-B085-A9DC95A323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05038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6E3120-6844-0AEE-FD0A-CF6983E949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AF2BE7-DFB6-4570-333F-1C31FE329D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BB9D9EA-2AB7-A443-B90F-DB4E806AF68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037FD04-0549-F491-1276-1348C933A7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2A0AC6-1FC2-46EF-B96C-23ED3DABE568}" type="datetimeFigureOut">
              <a:rPr lang="en-US" smtClean="0"/>
              <a:t>10/8/2025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1E97F91-5807-599A-B3BC-FA4D2B1956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36B8CF-35AD-ED81-9B28-2D87A5C1C0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B770C-CA69-45B5-B085-A9DC95A323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43759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D593B9-7A12-691F-4277-D9B899DD7E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C341041-AC3C-BFEA-2290-4F3FFE17788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23352EB-B8DF-3250-4F8F-740BA8719C7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3DEC8DD-4E27-EE41-B507-538450A110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2A0AC6-1FC2-46EF-B96C-23ED3DABE568}" type="datetimeFigureOut">
              <a:rPr lang="en-US" smtClean="0"/>
              <a:t>10/8/2025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BDA489-06DC-FCBA-CB4E-E85A34E735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10F16F-2BAB-35B9-F1FD-5129A440B2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B770C-CA69-45B5-B085-A9DC95A323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50409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DB4D29-6ABB-CEDF-14FA-50CE8FB3C8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81C0644-29DE-B4DB-752D-DAFA07BE54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F4A6A8-627C-040F-01AD-5A570ED16A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2A0AC6-1FC2-46EF-B96C-23ED3DABE568}" type="datetimeFigureOut">
              <a:rPr lang="en-US" smtClean="0"/>
              <a:t>10/8/2025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D89ABA-B3A7-74EB-9D2C-C60807C0EA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44B1C6-C39D-4B45-D6E1-5ABAFC57B7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B770C-CA69-45B5-B085-A9DC95A323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99114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A110C2F-8D80-E83C-3E08-8682C9A0966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03ABE70-53A4-1BBE-CF76-704F1D242D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AAB251-E2CE-E485-1618-8EAF770AAE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2A0AC6-1FC2-46EF-B96C-23ED3DABE568}" type="datetimeFigureOut">
              <a:rPr lang="en-US" smtClean="0"/>
              <a:t>10/8/2025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5B4B96-D4C3-8FA4-B196-08A0FC0265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DE9844-8C17-AF8A-6D76-00A2F6ACD2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B770C-CA69-45B5-B085-A9DC95A323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8775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8094CB3-0C04-5163-63A5-B9BFB83919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8D6D64-DD5E-B4F9-0978-D3544F3349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9BB316-63F6-5C4D-E5A9-983652FC2EA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52A0AC6-1FC2-46EF-B96C-23ED3DABE568}" type="datetimeFigureOut">
              <a:rPr lang="en-US" smtClean="0"/>
              <a:t>10/8/2025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C3369F-1835-55FD-A55C-990F0FD0412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DA8405-5189-14B8-C975-32A123BE574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5CB770C-CA69-45B5-B085-A9DC95A323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7107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Group 56">
            <a:extLst>
              <a:ext uri="{FF2B5EF4-FFF2-40B4-BE49-F238E27FC236}">
                <a16:creationId xmlns:a16="http://schemas.microsoft.com/office/drawing/2014/main" id="{474A2543-F66C-5694-A46D-EC19F74621C2}"/>
              </a:ext>
            </a:extLst>
          </p:cNvPr>
          <p:cNvGrpSpPr/>
          <p:nvPr/>
        </p:nvGrpSpPr>
        <p:grpSpPr>
          <a:xfrm>
            <a:off x="65155" y="1662529"/>
            <a:ext cx="12060250" cy="2986696"/>
            <a:chOff x="65155" y="1662529"/>
            <a:chExt cx="12060250" cy="2986696"/>
          </a:xfrm>
        </p:grpSpPr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A438E673-B931-017E-A7A9-7702DF09139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3642" b="18567"/>
            <a:stretch>
              <a:fillRect/>
            </a:stretch>
          </p:blipFill>
          <p:spPr>
            <a:xfrm>
              <a:off x="65155" y="2259454"/>
              <a:ext cx="2788972" cy="2169573"/>
            </a:xfrm>
            <a:prstGeom prst="rect">
              <a:avLst/>
            </a:prstGeom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04178EF7-FAE6-F6EE-4384-126B42328B2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3642" b="18567"/>
            <a:stretch>
              <a:fillRect/>
            </a:stretch>
          </p:blipFill>
          <p:spPr>
            <a:xfrm>
              <a:off x="5250713" y="2990734"/>
              <a:ext cx="1854119" cy="1442341"/>
            </a:xfrm>
            <a:prstGeom prst="rect">
              <a:avLst/>
            </a:prstGeom>
          </p:spPr>
        </p:pic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05C1C030-F795-DA03-4652-04E5C26018C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3642" b="18567"/>
            <a:stretch>
              <a:fillRect/>
            </a:stretch>
          </p:blipFill>
          <p:spPr>
            <a:xfrm>
              <a:off x="4521464" y="3206884"/>
              <a:ext cx="1854119" cy="1442341"/>
            </a:xfrm>
            <a:prstGeom prst="rect">
              <a:avLst/>
            </a:prstGeom>
          </p:spPr>
        </p:pic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EF7003D3-D5BF-5A2C-123A-2AFA8455141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3642" b="18567"/>
            <a:stretch>
              <a:fillRect/>
            </a:stretch>
          </p:blipFill>
          <p:spPr>
            <a:xfrm>
              <a:off x="3501325" y="1662529"/>
              <a:ext cx="1854119" cy="1442341"/>
            </a:xfrm>
            <a:prstGeom prst="rect">
              <a:avLst/>
            </a:prstGeom>
          </p:spPr>
        </p:pic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240F14C3-F01B-AB6B-40F4-B2906462560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89429" y="2197350"/>
              <a:ext cx="2411982" cy="2001390"/>
            </a:xfrm>
            <a:prstGeom prst="line">
              <a:avLst/>
            </a:prstGeom>
            <a:ln w="635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381060C2-60EB-2078-BCD6-A27EE36808B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864903" y="1662529"/>
              <a:ext cx="18915" cy="2924067"/>
            </a:xfrm>
            <a:prstGeom prst="line">
              <a:avLst/>
            </a:prstGeom>
            <a:ln w="635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BA4CEEBB-6B88-4A7D-8DBB-0630B20C8A7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837714" y="4586596"/>
              <a:ext cx="4287691" cy="0"/>
            </a:xfrm>
            <a:prstGeom prst="line">
              <a:avLst/>
            </a:prstGeom>
            <a:ln w="635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DDFFA335-2E41-49A2-5E32-D09109438BFC}"/>
                </a:ext>
              </a:extLst>
            </p:cNvPr>
            <p:cNvSpPr/>
            <p:nvPr/>
          </p:nvSpPr>
          <p:spPr>
            <a:xfrm>
              <a:off x="7876134" y="1905640"/>
              <a:ext cx="4180115" cy="2650992"/>
            </a:xfrm>
            <a:custGeom>
              <a:avLst/>
              <a:gdLst>
                <a:gd name="connsiteX0" fmla="*/ 0 w 4180115"/>
                <a:gd name="connsiteY0" fmla="*/ 2650992 h 2650992"/>
                <a:gd name="connsiteX1" fmla="*/ 1014293 w 4180115"/>
                <a:gd name="connsiteY1" fmla="*/ 0 h 2650992"/>
                <a:gd name="connsiteX2" fmla="*/ 4180115 w 4180115"/>
                <a:gd name="connsiteY2" fmla="*/ 2643308 h 26509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80115" h="2650992">
                  <a:moveTo>
                    <a:pt x="0" y="2650992"/>
                  </a:moveTo>
                  <a:cubicBezTo>
                    <a:pt x="158803" y="1326136"/>
                    <a:pt x="317607" y="1281"/>
                    <a:pt x="1014293" y="0"/>
                  </a:cubicBezTo>
                  <a:cubicBezTo>
                    <a:pt x="1710979" y="-1281"/>
                    <a:pt x="2945547" y="1321013"/>
                    <a:pt x="4180115" y="2643308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43873BA6-0B95-3F22-9B14-D547D6EA1D19}"/>
                </a:ext>
              </a:extLst>
            </p:cNvPr>
            <p:cNvSpPr/>
            <p:nvPr/>
          </p:nvSpPr>
          <p:spPr>
            <a:xfrm>
              <a:off x="7860766" y="1805745"/>
              <a:ext cx="4180115" cy="2766255"/>
            </a:xfrm>
            <a:custGeom>
              <a:avLst/>
              <a:gdLst>
                <a:gd name="connsiteX0" fmla="*/ 0 w 4180115"/>
                <a:gd name="connsiteY0" fmla="*/ 2766255 h 2766255"/>
                <a:gd name="connsiteX1" fmla="*/ 1605963 w 4180115"/>
                <a:gd name="connsiteY1" fmla="*/ 3 h 2766255"/>
                <a:gd name="connsiteX2" fmla="*/ 4180115 w 4180115"/>
                <a:gd name="connsiteY2" fmla="*/ 2750887 h 27662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80115" h="2766255">
                  <a:moveTo>
                    <a:pt x="0" y="2766255"/>
                  </a:moveTo>
                  <a:cubicBezTo>
                    <a:pt x="454638" y="1384409"/>
                    <a:pt x="909277" y="2564"/>
                    <a:pt x="1605963" y="3"/>
                  </a:cubicBezTo>
                  <a:cubicBezTo>
                    <a:pt x="2302649" y="-2558"/>
                    <a:pt x="3241382" y="1374164"/>
                    <a:pt x="4180115" y="2750887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3073F8D7-FAF5-769E-4ECA-ADE1510EAA1C}"/>
                </a:ext>
              </a:extLst>
            </p:cNvPr>
            <p:cNvSpPr/>
            <p:nvPr/>
          </p:nvSpPr>
          <p:spPr>
            <a:xfrm>
              <a:off x="7883818" y="1844165"/>
              <a:ext cx="4180115" cy="2727835"/>
            </a:xfrm>
            <a:custGeom>
              <a:avLst/>
              <a:gdLst>
                <a:gd name="connsiteX0" fmla="*/ 0 w 4180115"/>
                <a:gd name="connsiteY0" fmla="*/ 2727835 h 2727835"/>
                <a:gd name="connsiteX1" fmla="*/ 2528048 w 4180115"/>
                <a:gd name="connsiteY1" fmla="*/ 3 h 2727835"/>
                <a:gd name="connsiteX2" fmla="*/ 4180115 w 4180115"/>
                <a:gd name="connsiteY2" fmla="*/ 2712467 h 27278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80115" h="2727835">
                  <a:moveTo>
                    <a:pt x="0" y="2727835"/>
                  </a:moveTo>
                  <a:cubicBezTo>
                    <a:pt x="915681" y="1365199"/>
                    <a:pt x="1831362" y="2564"/>
                    <a:pt x="2528048" y="3"/>
                  </a:cubicBezTo>
                  <a:cubicBezTo>
                    <a:pt x="3224734" y="-2558"/>
                    <a:pt x="3702424" y="1354954"/>
                    <a:pt x="4180115" y="2712467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202990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>
            <a:extLst>
              <a:ext uri="{FF2B5EF4-FFF2-40B4-BE49-F238E27FC236}">
                <a16:creationId xmlns:a16="http://schemas.microsoft.com/office/drawing/2014/main" id="{D79E8E37-6026-35D7-BEB6-775FCC49536B}"/>
              </a:ext>
            </a:extLst>
          </p:cNvPr>
          <p:cNvGrpSpPr/>
          <p:nvPr/>
        </p:nvGrpSpPr>
        <p:grpSpPr>
          <a:xfrm>
            <a:off x="2251439" y="963281"/>
            <a:ext cx="8029798" cy="5486400"/>
            <a:chOff x="2251439" y="963281"/>
            <a:chExt cx="8029798" cy="5486400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B48E530B-0FD7-2998-F585-5E984844DF1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71717" y="963281"/>
              <a:ext cx="35490" cy="5486400"/>
            </a:xfrm>
            <a:prstGeom prst="line">
              <a:avLst/>
            </a:prstGeom>
            <a:ln w="635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9606D38C-2122-A818-5B91-65D8CDE3471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51439" y="6449681"/>
              <a:ext cx="8029798" cy="0"/>
            </a:xfrm>
            <a:prstGeom prst="line">
              <a:avLst/>
            </a:prstGeom>
            <a:ln w="635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78ABEA49-2329-DF11-9BB4-33B2B5D279AF}"/>
                </a:ext>
              </a:extLst>
            </p:cNvPr>
            <p:cNvSpPr/>
            <p:nvPr/>
          </p:nvSpPr>
          <p:spPr>
            <a:xfrm>
              <a:off x="2323526" y="1419428"/>
              <a:ext cx="7843111" cy="4974032"/>
            </a:xfrm>
            <a:custGeom>
              <a:avLst/>
              <a:gdLst>
                <a:gd name="connsiteX0" fmla="*/ 0 w 4180115"/>
                <a:gd name="connsiteY0" fmla="*/ 2650992 h 2650992"/>
                <a:gd name="connsiteX1" fmla="*/ 1014293 w 4180115"/>
                <a:gd name="connsiteY1" fmla="*/ 0 h 2650992"/>
                <a:gd name="connsiteX2" fmla="*/ 4180115 w 4180115"/>
                <a:gd name="connsiteY2" fmla="*/ 2643308 h 26509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80115" h="2650992">
                  <a:moveTo>
                    <a:pt x="0" y="2650992"/>
                  </a:moveTo>
                  <a:cubicBezTo>
                    <a:pt x="158803" y="1326136"/>
                    <a:pt x="317607" y="1281"/>
                    <a:pt x="1014293" y="0"/>
                  </a:cubicBezTo>
                  <a:cubicBezTo>
                    <a:pt x="1710979" y="-1281"/>
                    <a:pt x="2945547" y="1321013"/>
                    <a:pt x="4180115" y="2643308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512D596D-1DDC-7C5D-84DA-1B9F507F45E5}"/>
                </a:ext>
              </a:extLst>
            </p:cNvPr>
            <p:cNvSpPr/>
            <p:nvPr/>
          </p:nvSpPr>
          <p:spPr>
            <a:xfrm>
              <a:off x="2294691" y="1231996"/>
              <a:ext cx="7843111" cy="5190299"/>
            </a:xfrm>
            <a:custGeom>
              <a:avLst/>
              <a:gdLst>
                <a:gd name="connsiteX0" fmla="*/ 0 w 4180115"/>
                <a:gd name="connsiteY0" fmla="*/ 2766255 h 2766255"/>
                <a:gd name="connsiteX1" fmla="*/ 1605963 w 4180115"/>
                <a:gd name="connsiteY1" fmla="*/ 3 h 2766255"/>
                <a:gd name="connsiteX2" fmla="*/ 4180115 w 4180115"/>
                <a:gd name="connsiteY2" fmla="*/ 2750887 h 27662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80115" h="2766255">
                  <a:moveTo>
                    <a:pt x="0" y="2766255"/>
                  </a:moveTo>
                  <a:cubicBezTo>
                    <a:pt x="454638" y="1384409"/>
                    <a:pt x="909277" y="2564"/>
                    <a:pt x="1605963" y="3"/>
                  </a:cubicBezTo>
                  <a:cubicBezTo>
                    <a:pt x="2302649" y="-2558"/>
                    <a:pt x="3241382" y="1374164"/>
                    <a:pt x="4180115" y="2750887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79393D01-C1B3-F0BC-46E4-CE0238EAB441}"/>
                </a:ext>
              </a:extLst>
            </p:cNvPr>
            <p:cNvSpPr/>
            <p:nvPr/>
          </p:nvSpPr>
          <p:spPr>
            <a:xfrm>
              <a:off x="2337944" y="1304083"/>
              <a:ext cx="7843111" cy="5118212"/>
            </a:xfrm>
            <a:custGeom>
              <a:avLst/>
              <a:gdLst>
                <a:gd name="connsiteX0" fmla="*/ 0 w 4180115"/>
                <a:gd name="connsiteY0" fmla="*/ 2727835 h 2727835"/>
                <a:gd name="connsiteX1" fmla="*/ 2528048 w 4180115"/>
                <a:gd name="connsiteY1" fmla="*/ 3 h 2727835"/>
                <a:gd name="connsiteX2" fmla="*/ 4180115 w 4180115"/>
                <a:gd name="connsiteY2" fmla="*/ 2712467 h 27278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80115" h="2727835">
                  <a:moveTo>
                    <a:pt x="0" y="2727835"/>
                  </a:moveTo>
                  <a:cubicBezTo>
                    <a:pt x="915681" y="1365199"/>
                    <a:pt x="1831362" y="2564"/>
                    <a:pt x="2528048" y="3"/>
                  </a:cubicBezTo>
                  <a:cubicBezTo>
                    <a:pt x="3224734" y="-2558"/>
                    <a:pt x="3702424" y="1354954"/>
                    <a:pt x="4180115" y="2712467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9545480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D5E66816-F20E-9DC8-70EB-78BE5E0AECC8}"/>
              </a:ext>
            </a:extLst>
          </p:cNvPr>
          <p:cNvGrpSpPr>
            <a:grpSpLocks noChangeAspect="1"/>
          </p:cNvGrpSpPr>
          <p:nvPr/>
        </p:nvGrpSpPr>
        <p:grpSpPr>
          <a:xfrm>
            <a:off x="2773936" y="783771"/>
            <a:ext cx="7013794" cy="5486400"/>
            <a:chOff x="2643308" y="1775012"/>
            <a:chExt cx="4410635" cy="3450131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70DE5688-2678-0CE0-1D79-5057C0FCC16F}"/>
                </a:ext>
              </a:extLst>
            </p:cNvPr>
            <p:cNvCxnSpPr/>
            <p:nvPr/>
          </p:nvCxnSpPr>
          <p:spPr>
            <a:xfrm>
              <a:off x="2643308" y="1775012"/>
              <a:ext cx="0" cy="3450131"/>
            </a:xfrm>
            <a:prstGeom prst="line">
              <a:avLst/>
            </a:prstGeom>
            <a:ln w="508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C6F8361-424A-58C6-482F-B4976957FD4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43308" y="5225143"/>
              <a:ext cx="4410635" cy="0"/>
            </a:xfrm>
            <a:prstGeom prst="line">
              <a:avLst/>
            </a:prstGeom>
            <a:ln w="508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E0B1A677-43DC-00D4-8E6F-7CAEB27ED1B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43308" y="2259106"/>
              <a:ext cx="3888121" cy="2966037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08CA9ED1-1C7A-3996-8B8C-7BAC0C22AE3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496235" y="3500077"/>
              <a:ext cx="1406178" cy="1725065"/>
            </a:xfrm>
            <a:prstGeom prst="line">
              <a:avLst/>
            </a:prstGeom>
            <a:ln w="38100">
              <a:solidFill>
                <a:srgbClr val="FFC00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527350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96B02731-BF72-744A-A8A4-8EE724D479C9}"/>
              </a:ext>
            </a:extLst>
          </p:cNvPr>
          <p:cNvGrpSpPr>
            <a:grpSpLocks noChangeAspect="1"/>
          </p:cNvGrpSpPr>
          <p:nvPr/>
        </p:nvGrpSpPr>
        <p:grpSpPr>
          <a:xfrm>
            <a:off x="522514" y="365760"/>
            <a:ext cx="11026589" cy="6126480"/>
            <a:chOff x="2385894" y="528916"/>
            <a:chExt cx="5814256" cy="5664415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B040031D-A448-6367-2297-5ABB3C271C9E}"/>
                </a:ext>
              </a:extLst>
            </p:cNvPr>
            <p:cNvSpPr/>
            <p:nvPr/>
          </p:nvSpPr>
          <p:spPr>
            <a:xfrm>
              <a:off x="2388454" y="528918"/>
              <a:ext cx="1169254" cy="5664413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A7C5F26A-FFB8-4DA6-8B13-3417991845E5}"/>
                </a:ext>
              </a:extLst>
            </p:cNvPr>
            <p:cNvSpPr/>
            <p:nvPr/>
          </p:nvSpPr>
          <p:spPr>
            <a:xfrm>
              <a:off x="3557708" y="528917"/>
              <a:ext cx="1169254" cy="5664413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B16A86C8-54E1-D827-63EA-E8A379A5C3C5}"/>
                </a:ext>
              </a:extLst>
            </p:cNvPr>
            <p:cNvSpPr/>
            <p:nvPr/>
          </p:nvSpPr>
          <p:spPr>
            <a:xfrm>
              <a:off x="4719278" y="528917"/>
              <a:ext cx="1169254" cy="5664413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56E695E7-1DEA-42CC-19EE-8C1B661AEB91}"/>
                </a:ext>
              </a:extLst>
            </p:cNvPr>
            <p:cNvSpPr/>
            <p:nvPr/>
          </p:nvSpPr>
          <p:spPr>
            <a:xfrm>
              <a:off x="5873164" y="528917"/>
              <a:ext cx="1169254" cy="5664413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B9E1BB4E-3F8C-D16F-A8D0-C8A8A6F34AF1}"/>
                </a:ext>
              </a:extLst>
            </p:cNvPr>
            <p:cNvSpPr/>
            <p:nvPr/>
          </p:nvSpPr>
          <p:spPr>
            <a:xfrm>
              <a:off x="7027050" y="528917"/>
              <a:ext cx="1169254" cy="5664413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6BD6CF9-CC08-8409-6C3A-8A327B9D5A34}"/>
                </a:ext>
              </a:extLst>
            </p:cNvPr>
            <p:cNvSpPr/>
            <p:nvPr/>
          </p:nvSpPr>
          <p:spPr>
            <a:xfrm rot="16200000">
              <a:off x="4707753" y="-1790383"/>
              <a:ext cx="1169254" cy="5807852"/>
            </a:xfrm>
            <a:prstGeom prst="rect">
              <a:avLst/>
            </a:prstGeom>
            <a:solidFill>
              <a:schemeClr val="accent1">
                <a:lumMod val="20000"/>
                <a:lumOff val="80000"/>
                <a:alpha val="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91474124-6DE2-0848-8C83-0643F721DB0D}"/>
                </a:ext>
              </a:extLst>
            </p:cNvPr>
            <p:cNvSpPr/>
            <p:nvPr/>
          </p:nvSpPr>
          <p:spPr>
            <a:xfrm rot="16200000">
              <a:off x="4706473" y="-616011"/>
              <a:ext cx="1169254" cy="5807852"/>
            </a:xfrm>
            <a:prstGeom prst="rect">
              <a:avLst/>
            </a:prstGeom>
            <a:solidFill>
              <a:schemeClr val="accent1">
                <a:lumMod val="20000"/>
                <a:lumOff val="80000"/>
                <a:alpha val="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DAF081FD-E7E6-9FD3-C8EF-EBA5FE98B816}"/>
                </a:ext>
              </a:extLst>
            </p:cNvPr>
            <p:cNvSpPr/>
            <p:nvPr/>
          </p:nvSpPr>
          <p:spPr>
            <a:xfrm rot="16200000">
              <a:off x="4705193" y="566045"/>
              <a:ext cx="1169254" cy="5807852"/>
            </a:xfrm>
            <a:prstGeom prst="rect">
              <a:avLst/>
            </a:prstGeom>
            <a:solidFill>
              <a:schemeClr val="accent1">
                <a:lumMod val="20000"/>
                <a:lumOff val="80000"/>
                <a:alpha val="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8C1BE7DC-F81A-0BE2-09AE-4BDBC79D244C}"/>
                </a:ext>
              </a:extLst>
            </p:cNvPr>
            <p:cNvSpPr/>
            <p:nvPr/>
          </p:nvSpPr>
          <p:spPr>
            <a:xfrm rot="16200000">
              <a:off x="4711597" y="1748101"/>
              <a:ext cx="1169254" cy="5807852"/>
            </a:xfrm>
            <a:prstGeom prst="rect">
              <a:avLst/>
            </a:prstGeom>
            <a:solidFill>
              <a:schemeClr val="accent1">
                <a:lumMod val="20000"/>
                <a:lumOff val="80000"/>
                <a:alpha val="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F2F882AB-11F7-C161-71B0-666A62F9B45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3330338" y="524085"/>
            <a:ext cx="537883" cy="31784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39630061-8CE5-3348-1DA9-5B13D7DF672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3067168" y="775700"/>
            <a:ext cx="537883" cy="31784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303FE55E-38C1-140D-D26E-F572492EEC0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3271352" y="1127165"/>
            <a:ext cx="537883" cy="31784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5D5740D7-12F2-54F2-D3C0-7EBB5A8E7B5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3672937" y="1258215"/>
            <a:ext cx="537883" cy="31784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1AE371B5-1F1E-F017-5A03-066A09DFF69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3501409" y="2154564"/>
            <a:ext cx="537883" cy="317840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5E20E3B0-C6D0-C2BA-E1F3-180C2AFCE7D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5601878" y="5629663"/>
            <a:ext cx="537883" cy="317840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DE2590E3-E887-9E69-ECC8-14E400F247B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6114075" y="1292605"/>
            <a:ext cx="537883" cy="31784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311941DE-7AD5-0C46-8EFB-C9E8E33A937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6124026" y="879004"/>
            <a:ext cx="537883" cy="317840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C72BC007-8B0B-2012-DD24-C367ED3B61E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5556056" y="974765"/>
            <a:ext cx="537883" cy="317840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5C41D857-270E-2DEE-F018-CADB24FEEBA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5683598" y="512678"/>
            <a:ext cx="537883" cy="31784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1D4E5219-FB31-8D5A-36D8-C8702B3319C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3114821" y="3078269"/>
            <a:ext cx="537883" cy="317840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03EDBAA9-AC2F-A686-0135-77F5C2D8480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3607880" y="3310816"/>
            <a:ext cx="537883" cy="317840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12C72FB4-942C-8316-4FAB-4CE199EEC2E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4452833" y="4363947"/>
            <a:ext cx="537883" cy="317840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8BCD8EE1-78AB-EE52-D70E-437008267E5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3936387" y="3851084"/>
            <a:ext cx="537883" cy="317840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9DEA6B5A-43BF-4995-8566-2D0A087343D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3212471" y="3792516"/>
            <a:ext cx="537883" cy="317840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3F75D0C4-2361-F43A-75A8-8033169F00D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4262372" y="3464212"/>
            <a:ext cx="537883" cy="317840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EF9A38B4-091B-DC0F-1ACD-6FA748841E1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4577006" y="3804626"/>
            <a:ext cx="537883" cy="317840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84A75A01-65F2-AB1B-9141-05F0BFEB0CF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3286788" y="4413162"/>
            <a:ext cx="537883" cy="317840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A63D2466-C37D-2B20-2C4B-6343E98BF24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9511480" y="5820105"/>
            <a:ext cx="537883" cy="317840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7E2FD431-B8DF-2220-4CA2-ACC601A6A5D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7338144" y="2074360"/>
            <a:ext cx="537883" cy="317840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3ECCCB0C-B760-DF79-8FAA-8913F787691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6754855" y="2385733"/>
            <a:ext cx="537883" cy="317840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4C327C65-D5A7-8363-1DB2-9B10DE395C3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7254936" y="3240143"/>
            <a:ext cx="537883" cy="317840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562494A7-9811-CF07-A80E-290D06E9AE2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7981025" y="1779456"/>
            <a:ext cx="537883" cy="317840"/>
          </a:xfrm>
          <a:prstGeom prst="rect">
            <a:avLst/>
          </a:prstGeom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1490F0A9-4A39-70C2-62DB-5CE0B6442AE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8359537" y="2293295"/>
            <a:ext cx="537883" cy="317840"/>
          </a:xfrm>
          <a:prstGeom prst="rect">
            <a:avLst/>
          </a:prstGeom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D0341A89-6A60-7EBC-A58B-91791DE1D1A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8669311" y="2567738"/>
            <a:ext cx="537883" cy="317840"/>
          </a:xfrm>
          <a:prstGeom prst="rect">
            <a:avLst/>
          </a:prstGeom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1BB91C7E-AA3A-F7F8-526B-465074EFA4D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7996410" y="3571775"/>
            <a:ext cx="537883" cy="317840"/>
          </a:xfrm>
          <a:prstGeom prst="rect">
            <a:avLst/>
          </a:prstGeom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39E219A0-E217-32F6-CB21-387975A7C72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7363167" y="3763198"/>
            <a:ext cx="537883" cy="317840"/>
          </a:xfrm>
          <a:prstGeom prst="rect">
            <a:avLst/>
          </a:prstGeom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08111FAD-ABF3-EDDB-1E2D-2F52A5C6E9F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5626764" y="6112587"/>
            <a:ext cx="537883" cy="317840"/>
          </a:xfrm>
          <a:prstGeom prst="rect">
            <a:avLst/>
          </a:prstGeom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F04915A4-DF68-E2B9-5221-D99CF7A0A86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6114075" y="5871125"/>
            <a:ext cx="537883" cy="317840"/>
          </a:xfrm>
          <a:prstGeom prst="rect">
            <a:avLst/>
          </a:prstGeom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DD52046A-E583-B698-AA60-8A462438BFA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6759136" y="5802637"/>
            <a:ext cx="537883" cy="31784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E008FA53-0B77-5331-CBE3-4FC20EA3635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6104129" y="5559805"/>
            <a:ext cx="537883" cy="317840"/>
          </a:xfrm>
          <a:prstGeom prst="rect">
            <a:avLst/>
          </a:prstGeom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2DCDA452-E5B8-A2F3-880C-C5B4DFE07ED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4904884" y="5871125"/>
            <a:ext cx="537883" cy="317840"/>
          </a:xfrm>
          <a:prstGeom prst="rect">
            <a:avLst/>
          </a:prstGeom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DFDC15CC-84B7-39B9-5E7B-D8A3702623F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6123301" y="6195129"/>
            <a:ext cx="537883" cy="317840"/>
          </a:xfrm>
          <a:prstGeom prst="rect">
            <a:avLst/>
          </a:prstGeom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319FBBB6-7465-039E-B4DD-7B8679C7EBE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8359538" y="5553285"/>
            <a:ext cx="537883" cy="317840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49782031-FC5A-F640-C856-E135212F794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8265351" y="5961557"/>
            <a:ext cx="537883" cy="317840"/>
          </a:xfrm>
          <a:prstGeom prst="rect">
            <a:avLst/>
          </a:prstGeom>
        </p:spPr>
      </p:pic>
      <p:pic>
        <p:nvPicPr>
          <p:cNvPr id="52" name="Picture 51">
            <a:extLst>
              <a:ext uri="{FF2B5EF4-FFF2-40B4-BE49-F238E27FC236}">
                <a16:creationId xmlns:a16="http://schemas.microsoft.com/office/drawing/2014/main" id="{7AF26707-7A4D-60E0-13D2-C4AD574FC86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3484017" y="783341"/>
            <a:ext cx="537883" cy="317840"/>
          </a:xfrm>
          <a:prstGeom prst="rect">
            <a:avLst/>
          </a:prstGeom>
        </p:spPr>
      </p:pic>
      <p:pic>
        <p:nvPicPr>
          <p:cNvPr id="53" name="Picture 52">
            <a:extLst>
              <a:ext uri="{FF2B5EF4-FFF2-40B4-BE49-F238E27FC236}">
                <a16:creationId xmlns:a16="http://schemas.microsoft.com/office/drawing/2014/main" id="{CAB2C813-9E72-8929-14BE-9B7BBB6AFAC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3912359" y="930779"/>
            <a:ext cx="537883" cy="317840"/>
          </a:xfrm>
          <a:prstGeom prst="rect">
            <a:avLst/>
          </a:prstGeom>
        </p:spPr>
      </p:pic>
      <p:pic>
        <p:nvPicPr>
          <p:cNvPr id="54" name="Picture 53">
            <a:extLst>
              <a:ext uri="{FF2B5EF4-FFF2-40B4-BE49-F238E27FC236}">
                <a16:creationId xmlns:a16="http://schemas.microsoft.com/office/drawing/2014/main" id="{89478ACF-82C8-8EE9-A423-B292B5CD066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3085956" y="2527564"/>
            <a:ext cx="537883" cy="317840"/>
          </a:xfrm>
          <a:prstGeom prst="rect">
            <a:avLst/>
          </a:prstGeom>
        </p:spPr>
      </p:pic>
      <p:pic>
        <p:nvPicPr>
          <p:cNvPr id="55" name="Picture 54">
            <a:extLst>
              <a:ext uri="{FF2B5EF4-FFF2-40B4-BE49-F238E27FC236}">
                <a16:creationId xmlns:a16="http://schemas.microsoft.com/office/drawing/2014/main" id="{7B41C0E5-E595-C5F7-7A55-C5E01095303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3033381" y="2059714"/>
            <a:ext cx="537883" cy="317840"/>
          </a:xfrm>
          <a:prstGeom prst="rect">
            <a:avLst/>
          </a:prstGeom>
        </p:spPr>
      </p:pic>
      <p:pic>
        <p:nvPicPr>
          <p:cNvPr id="56" name="Picture 55">
            <a:extLst>
              <a:ext uri="{FF2B5EF4-FFF2-40B4-BE49-F238E27FC236}">
                <a16:creationId xmlns:a16="http://schemas.microsoft.com/office/drawing/2014/main" id="{CE89DE51-F2A6-371C-4E6D-4644487315E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3590313" y="1762248"/>
            <a:ext cx="537883" cy="317840"/>
          </a:xfrm>
          <a:prstGeom prst="rect">
            <a:avLst/>
          </a:prstGeom>
        </p:spPr>
      </p:pic>
      <p:pic>
        <p:nvPicPr>
          <p:cNvPr id="57" name="Picture 56">
            <a:extLst>
              <a:ext uri="{FF2B5EF4-FFF2-40B4-BE49-F238E27FC236}">
                <a16:creationId xmlns:a16="http://schemas.microsoft.com/office/drawing/2014/main" id="{42C2EA7A-63EC-91A6-F4EE-775586665E5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3061396" y="1610445"/>
            <a:ext cx="537883" cy="317840"/>
          </a:xfrm>
          <a:prstGeom prst="rect">
            <a:avLst/>
          </a:prstGeom>
        </p:spPr>
      </p:pic>
      <p:pic>
        <p:nvPicPr>
          <p:cNvPr id="58" name="Picture 57">
            <a:extLst>
              <a:ext uri="{FF2B5EF4-FFF2-40B4-BE49-F238E27FC236}">
                <a16:creationId xmlns:a16="http://schemas.microsoft.com/office/drawing/2014/main" id="{6EEEE160-E707-7886-B50E-EA9FA930311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3760280" y="3463216"/>
            <a:ext cx="537883" cy="317840"/>
          </a:xfrm>
          <a:prstGeom prst="rect">
            <a:avLst/>
          </a:prstGeom>
        </p:spPr>
      </p:pic>
      <p:pic>
        <p:nvPicPr>
          <p:cNvPr id="59" name="Picture 58">
            <a:extLst>
              <a:ext uri="{FF2B5EF4-FFF2-40B4-BE49-F238E27FC236}">
                <a16:creationId xmlns:a16="http://schemas.microsoft.com/office/drawing/2014/main" id="{9A31E0C8-2F6C-69F2-B515-80EF19C2108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2929049" y="3461892"/>
            <a:ext cx="537883" cy="317840"/>
          </a:xfrm>
          <a:prstGeom prst="rect">
            <a:avLst/>
          </a:prstGeom>
        </p:spPr>
      </p:pic>
      <p:pic>
        <p:nvPicPr>
          <p:cNvPr id="60" name="Picture 59">
            <a:extLst>
              <a:ext uri="{FF2B5EF4-FFF2-40B4-BE49-F238E27FC236}">
                <a16:creationId xmlns:a16="http://schemas.microsoft.com/office/drawing/2014/main" id="{F97A056D-59B6-0A12-AA5C-D8782B0146C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851135" y="539874"/>
            <a:ext cx="537883" cy="317840"/>
          </a:xfrm>
          <a:prstGeom prst="rect">
            <a:avLst/>
          </a:prstGeom>
        </p:spPr>
      </p:pic>
      <p:pic>
        <p:nvPicPr>
          <p:cNvPr id="61" name="Picture 60">
            <a:extLst>
              <a:ext uri="{FF2B5EF4-FFF2-40B4-BE49-F238E27FC236}">
                <a16:creationId xmlns:a16="http://schemas.microsoft.com/office/drawing/2014/main" id="{80D7908A-CD13-4E91-A01E-BEBC7F44DB4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2050065" y="3646403"/>
            <a:ext cx="537883" cy="317840"/>
          </a:xfrm>
          <a:prstGeom prst="rect">
            <a:avLst/>
          </a:prstGeom>
        </p:spPr>
      </p:pic>
      <p:pic>
        <p:nvPicPr>
          <p:cNvPr id="62" name="Picture 61">
            <a:extLst>
              <a:ext uri="{FF2B5EF4-FFF2-40B4-BE49-F238E27FC236}">
                <a16:creationId xmlns:a16="http://schemas.microsoft.com/office/drawing/2014/main" id="{5E1D74F6-D59C-E4FA-D57C-845C8CDDEA9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3870086" y="4226924"/>
            <a:ext cx="537883" cy="317840"/>
          </a:xfrm>
          <a:prstGeom prst="rect">
            <a:avLst/>
          </a:prstGeom>
        </p:spPr>
      </p:pic>
      <p:pic>
        <p:nvPicPr>
          <p:cNvPr id="63" name="Picture 62">
            <a:extLst>
              <a:ext uri="{FF2B5EF4-FFF2-40B4-BE49-F238E27FC236}">
                <a16:creationId xmlns:a16="http://schemas.microsoft.com/office/drawing/2014/main" id="{E9F2BA1E-F4BF-7A92-5077-BD361F5C7B5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7613398" y="5514949"/>
            <a:ext cx="537883" cy="317840"/>
          </a:xfrm>
          <a:prstGeom prst="rect">
            <a:avLst/>
          </a:prstGeom>
        </p:spPr>
      </p:pic>
      <p:pic>
        <p:nvPicPr>
          <p:cNvPr id="64" name="Picture 63">
            <a:extLst>
              <a:ext uri="{FF2B5EF4-FFF2-40B4-BE49-F238E27FC236}">
                <a16:creationId xmlns:a16="http://schemas.microsoft.com/office/drawing/2014/main" id="{E5068ABB-5CC1-6E58-905F-FD4317AC744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4007114" y="3071622"/>
            <a:ext cx="537883" cy="317840"/>
          </a:xfrm>
          <a:prstGeom prst="rect">
            <a:avLst/>
          </a:prstGeom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EC04C176-0C51-5D0D-FE43-3E4C9712868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4827080" y="4530016"/>
            <a:ext cx="537883" cy="317840"/>
          </a:xfrm>
          <a:prstGeom prst="rect">
            <a:avLst/>
          </a:prstGeom>
        </p:spPr>
      </p:pic>
      <p:pic>
        <p:nvPicPr>
          <p:cNvPr id="66" name="Picture 65">
            <a:extLst>
              <a:ext uri="{FF2B5EF4-FFF2-40B4-BE49-F238E27FC236}">
                <a16:creationId xmlns:a16="http://schemas.microsoft.com/office/drawing/2014/main" id="{B2428C9B-1FC0-C8B7-9C99-242AFDFF913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4172410" y="2462474"/>
            <a:ext cx="537883" cy="317840"/>
          </a:xfrm>
          <a:prstGeom prst="rect">
            <a:avLst/>
          </a:prstGeom>
        </p:spPr>
      </p:pic>
      <p:pic>
        <p:nvPicPr>
          <p:cNvPr id="67" name="Picture 66">
            <a:extLst>
              <a:ext uri="{FF2B5EF4-FFF2-40B4-BE49-F238E27FC236}">
                <a16:creationId xmlns:a16="http://schemas.microsoft.com/office/drawing/2014/main" id="{AB5715E9-1EB7-2966-2897-5CA27998F93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7320270" y="1692991"/>
            <a:ext cx="537883" cy="317840"/>
          </a:xfrm>
          <a:prstGeom prst="rect">
            <a:avLst/>
          </a:prstGeom>
        </p:spPr>
      </p:pic>
      <p:pic>
        <p:nvPicPr>
          <p:cNvPr id="68" name="Picture 67">
            <a:extLst>
              <a:ext uri="{FF2B5EF4-FFF2-40B4-BE49-F238E27FC236}">
                <a16:creationId xmlns:a16="http://schemas.microsoft.com/office/drawing/2014/main" id="{9E6E4875-34FE-8E9B-5825-DE177BD5F14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8623906" y="1928285"/>
            <a:ext cx="537883" cy="317840"/>
          </a:xfrm>
          <a:prstGeom prst="rect">
            <a:avLst/>
          </a:prstGeom>
        </p:spPr>
      </p:pic>
      <p:pic>
        <p:nvPicPr>
          <p:cNvPr id="69" name="Picture 68">
            <a:extLst>
              <a:ext uri="{FF2B5EF4-FFF2-40B4-BE49-F238E27FC236}">
                <a16:creationId xmlns:a16="http://schemas.microsoft.com/office/drawing/2014/main" id="{50A529B5-E3FD-3640-28BB-1B637B6A1BE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7663666" y="2459578"/>
            <a:ext cx="537883" cy="317840"/>
          </a:xfrm>
          <a:prstGeom prst="rect">
            <a:avLst/>
          </a:prstGeom>
        </p:spPr>
      </p:pic>
      <p:pic>
        <p:nvPicPr>
          <p:cNvPr id="70" name="Picture 69">
            <a:extLst>
              <a:ext uri="{FF2B5EF4-FFF2-40B4-BE49-F238E27FC236}">
                <a16:creationId xmlns:a16="http://schemas.microsoft.com/office/drawing/2014/main" id="{2D0D4E4B-7625-F07A-E7A0-5B25BC6E5FF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8384241" y="3259001"/>
            <a:ext cx="537883" cy="317840"/>
          </a:xfrm>
          <a:prstGeom prst="rect">
            <a:avLst/>
          </a:prstGeom>
        </p:spPr>
      </p:pic>
      <p:pic>
        <p:nvPicPr>
          <p:cNvPr id="71" name="Picture 70">
            <a:extLst>
              <a:ext uri="{FF2B5EF4-FFF2-40B4-BE49-F238E27FC236}">
                <a16:creationId xmlns:a16="http://schemas.microsoft.com/office/drawing/2014/main" id="{964A1D6F-1BDD-5A45-7F12-30D1279D129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7890220" y="3060518"/>
            <a:ext cx="537883" cy="317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69048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6791</TotalTime>
  <Words>0</Words>
  <Application>Microsoft Office PowerPoint</Application>
  <PresentationFormat>Widescreen</PresentationFormat>
  <Paragraphs>0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Jason Cope</dc:creator>
  <cp:lastModifiedBy>Jason Cope</cp:lastModifiedBy>
  <cp:revision>1</cp:revision>
  <dcterms:created xsi:type="dcterms:W3CDTF">2025-10-08T23:32:54Z</dcterms:created>
  <dcterms:modified xsi:type="dcterms:W3CDTF">2025-10-13T16:44:38Z</dcterms:modified>
</cp:coreProperties>
</file>